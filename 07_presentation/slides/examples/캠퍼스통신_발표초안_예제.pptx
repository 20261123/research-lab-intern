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e55a0a0b144b8" /><Relationship Type="http://schemas.openxmlformats.org/officeDocument/2006/relationships/extended-properties" Target="/docProps/app.xml" Id="Re804a43781464ab4" /><Relationship Type="http://schemas.openxmlformats.org/officeDocument/2006/relationships/officeDocument" Target="/ppt/presentation.xml" Id="Rf48f01c7b879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8c498ec2a425f"/>
  </p:sldMasterIdLst>
  <p:notesMasterIdLst>
    <p:notesMasterId xmlns:r="http://schemas.openxmlformats.org/officeDocument/2006/relationships" r:id="R2a7719d836ae43c9"/>
  </p:notesMasterIdLst>
  <p:sldIdLst>
    <p:sldId xmlns:r="http://schemas.openxmlformats.org/officeDocument/2006/relationships" id="256" r:id="R514f2e6672474a59"/>
    <p:sldId xmlns:r="http://schemas.openxmlformats.org/officeDocument/2006/relationships" id="257" r:id="R6915fa34dada4bae"/>
    <p:sldId xmlns:r="http://schemas.openxmlformats.org/officeDocument/2006/relationships" id="258" r:id="R1a421654e95744b2"/>
    <p:sldId xmlns:r="http://schemas.openxmlformats.org/officeDocument/2006/relationships" id="259" r:id="Re2fae9da905c4bfc"/>
    <p:sldId xmlns:r="http://schemas.openxmlformats.org/officeDocument/2006/relationships" id="260" r:id="Rb5e3e1fac73940b4"/>
    <p:sldId xmlns:r="http://schemas.openxmlformats.org/officeDocument/2006/relationships" id="261" r:id="Ra335e6b078a84a10"/>
    <p:sldId xmlns:r="http://schemas.openxmlformats.org/officeDocument/2006/relationships" id="262" r:id="Ra01ddfd126a64fb1"/>
    <p:sldId xmlns:r="http://schemas.openxmlformats.org/officeDocument/2006/relationships" id="263" r:id="R731c3cd08de144e2"/>
    <p:sldId xmlns:r="http://schemas.openxmlformats.org/officeDocument/2006/relationships" id="264" r:id="R42643e41575c42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50fb1bab24557" /><Relationship Type="http://schemas.openxmlformats.org/officeDocument/2006/relationships/slideMaster" Target="/ppt/slideMasters/slideMaster1.xml" Id="R2258c498ec2a425f" /><Relationship Type="http://schemas.openxmlformats.org/officeDocument/2006/relationships/notesMaster" Target="/ppt/notesMasters/notesMaster1.xml" Id="R2a7719d836ae43c9" /><Relationship Type="http://schemas.openxmlformats.org/officeDocument/2006/relationships/presProps" Target="/ppt/presProps.xml" Id="R62ca152799fb4923" /><Relationship Type="http://schemas.openxmlformats.org/officeDocument/2006/relationships/tableStyles" Target="/ppt/tableStyles.xml" Id="Re53a4352e38f44f8" /><Relationship Type="http://schemas.openxmlformats.org/officeDocument/2006/relationships/slide" Target="/ppt/slides/slide1.xml" Id="R514f2e6672474a59" /><Relationship Type="http://schemas.openxmlformats.org/officeDocument/2006/relationships/slide" Target="/ppt/slides/slide2.xml" Id="R6915fa34dada4bae" /><Relationship Type="http://schemas.openxmlformats.org/officeDocument/2006/relationships/slide" Target="/ppt/slides/slide3.xml" Id="R1a421654e95744b2" /><Relationship Type="http://schemas.openxmlformats.org/officeDocument/2006/relationships/slide" Target="/ppt/slides/slide4.xml" Id="Re2fae9da905c4bfc" /><Relationship Type="http://schemas.openxmlformats.org/officeDocument/2006/relationships/slide" Target="/ppt/slides/slide5.xml" Id="Rb5e3e1fac73940b4" /><Relationship Type="http://schemas.openxmlformats.org/officeDocument/2006/relationships/slide" Target="/ppt/slides/slide6.xml" Id="Ra335e6b078a84a10" /><Relationship Type="http://schemas.openxmlformats.org/officeDocument/2006/relationships/slide" Target="/ppt/slides/slide7.xml" Id="Ra01ddfd126a64fb1" /><Relationship Type="http://schemas.openxmlformats.org/officeDocument/2006/relationships/slide" Target="/ppt/slides/slide8.xml" Id="R731c3cd08de144e2" /><Relationship Type="http://schemas.openxmlformats.org/officeDocument/2006/relationships/slide" Target="/ppt/slides/slide9.xml" Id="R42643e41575c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94d2e1be84f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74b25aa9b64d4d" /><Relationship Type="http://schemas.openxmlformats.org/officeDocument/2006/relationships/notesMaster" Target="/ppt/notesMasters/notesMaster1.xml" Id="R54a5be58392a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77166c296645ba" /><Relationship Type="http://schemas.openxmlformats.org/officeDocument/2006/relationships/notesMaster" Target="/ppt/notesMasters/notesMaster1.xml" Id="R73fcc26417e946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d86a34203b4c07" /><Relationship Type="http://schemas.openxmlformats.org/officeDocument/2006/relationships/notesMaster" Target="/ppt/notesMasters/notesMaster1.xml" Id="R451da519d34e49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b9eab1ecf44135" /><Relationship Type="http://schemas.openxmlformats.org/officeDocument/2006/relationships/notesMaster" Target="/ppt/notesMasters/notesMaster1.xml" Id="R14edb4c8849841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699a3c23094500" /><Relationship Type="http://schemas.openxmlformats.org/officeDocument/2006/relationships/notesMaster" Target="/ppt/notesMasters/notesMaster1.xml" Id="Rcbf524ead1934c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26f191531a40f8" /><Relationship Type="http://schemas.openxmlformats.org/officeDocument/2006/relationships/notesMaster" Target="/ppt/notesMasters/notesMaster1.xml" Id="Rab1d17a847144a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59c4817d474184" /><Relationship Type="http://schemas.openxmlformats.org/officeDocument/2006/relationships/notesMaster" Target="/ppt/notesMasters/notesMaster1.xml" Id="R5fb09b8bdb2442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13f4bdc4dc4f81" /><Relationship Type="http://schemas.openxmlformats.org/officeDocument/2006/relationships/notesMaster" Target="/ppt/notesMasters/notesMaster1.xml" Id="Rf738eefc8a6048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2bea171fba4169" /><Relationship Type="http://schemas.openxmlformats.org/officeDocument/2006/relationships/notesMaster" Target="/ppt/notesMasters/notesMaster1.xml" Id="Rf50b2a2e450c43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발표 첫 문장: 현재는 코드를 검증한 예제입니다. 실제 세종대 지도와 동일 사업자 4G 좌표는 다음 조사 작업입니다.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공식 지도: https://www.sejong.ac.kr/kor/intro/campus-map.do?type=BUILDING</a:t>
            </a:r>
          </a:p>
          <a:p xmlns:a="http://schemas.openxmlformats.org/drawingml/2006/main">
            <a:r>
              <a:t>전파누리: https://spectrummap.kr/gis/mobile_service.do?menuNo=300480</a:t>
            </a:r>
          </a:p>
          <a:p xmlns:a="http://schemas.openxmlformats.org/drawingml/2006/main">
            <a:r>
              <a:t>전파누리 목록 접근은 확인했으나 내보내기와 동일 사업자 좌표 확정은 미완료.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원본 외부 간섭 합산은 이미 선형 전력이었습니다. 오류는 실내 외부 링크의 O2I 누락입니다. 5백분위와 하위 5% 평균은 서로 다른 값입니다.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두 조건 모두 100 MHz입니다. 양쪽 색 범위를 -20~30 dB로 통일했습니다. 검은 윤곽은 건물, 빨간 삼각형은 기존 서비스 사이트입니다.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표는 전체 표본으로 계산한 값입니다. 편집 가능한 CDF 차트는 약 1001개 점을 추려 표시한 근사 곡선이며 원시 경험적 CDF는 결과 PNG와 MAT에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후보 순위는 selection 난수 결과입니다. 실제 배치는 후보 8곳의 설치 가정을 먼저 검토해야 합니다. 전역 최적 위치라는 주장을 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탐색 seed 38901, 검증 seed 738901. 새 난수에서도 개선되는지 확인합니다. 3.5 GHz 추가 전후와 실내/실외 CDF는 결과 폴더에서 함께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9510b879d4e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d2ecdb73546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20cf615bb45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7468e9c8f4c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2a112417f4d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32cdad5cd4b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77D5A1-CC31-425D-BC7A-589676949C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86A2B7-2D77-4A66-9579-254A1CC117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0B77D9-F4EF-41E6-BA63-4145FBD20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9E8BC2-0C9A-4F76-89EB-A3D125779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C6B5D3-6865-4505-9BEA-D3A4182A3A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41B04D-3A2B-4619-A6DE-F70F02DF9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7AEFD0-2265-4BB6-8A44-C481E4DA7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DE27EA-D8E0-4D04-828B-118BEDC883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08114C-9F2F-4464-8031-106DFF5E1C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FA0FA6-B4CB-40CB-A9CA-00DF220C3C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bd0ba0ab7841f3" /><Relationship Type="http://schemas.openxmlformats.org/officeDocument/2006/relationships/slideLayout" Target="/ppt/slideLayouts/slideLayout1.xml" Id="Rb3db29e5af514ee3" /><Relationship Type="http://schemas.openxmlformats.org/officeDocument/2006/relationships/slideLayout" Target="/ppt/slideLayouts/slideLayout2.xml" Id="Rc8025e08b11548de" /><Relationship Type="http://schemas.openxmlformats.org/officeDocument/2006/relationships/slideLayout" Target="/ppt/slideLayouts/slideLayout3.xml" Id="R563039355d4b478b" /><Relationship Type="http://schemas.openxmlformats.org/officeDocument/2006/relationships/slideLayout" Target="/ppt/slideLayouts/slideLayout4.xml" Id="R841ad9179d2c42f7" /><Relationship Type="http://schemas.openxmlformats.org/officeDocument/2006/relationships/slideLayout" Target="/ppt/slideLayouts/slideLayout5.xml" Id="R982402cf8fc14138" /><Relationship Type="http://schemas.openxmlformats.org/officeDocument/2006/relationships/slideLayout" Target="/ppt/slideLayouts/slideLayout6.xml" Id="Rfa846c60ab8440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db29e5af514ee3"/>
    <p:sldLayoutId xmlns:r="http://schemas.openxmlformats.org/officeDocument/2006/relationships" id="2147483650" r:id="Rc8025e08b11548de"/>
    <p:sldLayoutId xmlns:r="http://schemas.openxmlformats.org/officeDocument/2006/relationships" id="2147483651" r:id="R563039355d4b478b"/>
    <p:sldLayoutId xmlns:r="http://schemas.openxmlformats.org/officeDocument/2006/relationships" id="2147483652" r:id="R841ad9179d2c42f7"/>
    <p:sldLayoutId xmlns:r="http://schemas.openxmlformats.org/officeDocument/2006/relationships" id="2147483653" r:id="R982402cf8fc14138"/>
    <p:sldLayoutId xmlns:r="http://schemas.openxmlformats.org/officeDocument/2006/relationships" id="2147483654" r:id="Rfa846c60ab8440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9ce4818334603" /><Relationship Type="http://schemas.openxmlformats.org/officeDocument/2006/relationships/notesSlide" Target="/ppt/notesSlides/notesSlide1.xml" Id="R2a6dc1145ac74b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4c8254cbd4643" /><Relationship Type="http://schemas.openxmlformats.org/officeDocument/2006/relationships/notesSlide" Target="/ppt/notesSlides/notesSlide2.xml" Id="R9a7628c4adcd4b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8b16088704c50" /><Relationship Type="http://schemas.openxmlformats.org/officeDocument/2006/relationships/notesSlide" Target="/ppt/notesSlides/notesSlide3.xml" Id="R32cc5c58429643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e7087ee85c4abe" /><Relationship Type="http://schemas.openxmlformats.org/officeDocument/2006/relationships/notesSlide" Target="/ppt/notesSlides/notesSlide4.xml" Id="R259b3d82461443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2192125da4e21" /><Relationship Type="http://schemas.openxmlformats.org/officeDocument/2006/relationships/image" Target="/ppt/media/image.png" Id="R824af22a6e9c482e" /><Relationship Type="http://schemas.openxmlformats.org/officeDocument/2006/relationships/notesSlide" Target="/ppt/notesSlides/notesSlide5.xml" Id="R98652513b6054d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0885dabd74f4a" /><Relationship Type="http://schemas.openxmlformats.org/officeDocument/2006/relationships/chart" Target="/ppt/slides/charts/chart1.xml" Id="Rcb1347c088224347" /><Relationship Type="http://schemas.openxmlformats.org/officeDocument/2006/relationships/notesSlide" Target="/ppt/notesSlides/notesSlide6.xml" Id="R3bf438ed93f94c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2b34ff4d5430e" /><Relationship Type="http://schemas.openxmlformats.org/officeDocument/2006/relationships/notesSlide" Target="/ppt/notesSlides/notesSlide7.xml" Id="Rd065be1b029545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87ecd168345d6" /><Relationship Type="http://schemas.openxmlformats.org/officeDocument/2006/relationships/image" Target="/ppt/media/image2.png" Id="R5c571df1b3b24aaf" /><Relationship Type="http://schemas.openxmlformats.org/officeDocument/2006/relationships/notesSlide" Target="/ppt/notesSlides/notesSlide8.xml" Id="R571273f32c7546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5b9971b3446b9" /><Relationship Type="http://schemas.openxmlformats.org/officeDocument/2006/relationships/notesSlide" Target="/ppt/notesSlides/notesSlide9.xml" Id="R8e83954229584ed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전체 사용자 용량 CDF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42D42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3.5 GHz / 100 MHz</c:v>
          </c:tx>
          <c:spPr>
            <a:ln xmlns:a="http://schemas.openxmlformats.org/drawingml/2006/main" w="23813">
              <a:solidFill>
                <a:srgbClr val="126CA8"/>
              </a:solidFill>
            </a:ln>
          </c:spPr>
          <c:marker>
            <c:symbol val="none"/>
          </c:marker>
          <c:xVal>
            <c:numRef>
              <c:f>'Chart Data'!$A$2:$A$1003</c:f>
              <c:numCache>
                <c:formatCode>General</c:formatCode>
                <c:ptCount val="1002"/>
                <c:pt idx="0">
                  <c:v>0.0069133454477121</c:v>
                </c:pt>
                <c:pt idx="1">
                  <c:v>0.0069133454477121</c:v>
                </c:pt>
                <c:pt idx="2">
                  <c:v>0.297574388382113</c:v>
                </c:pt>
                <c:pt idx="3">
                  <c:v>0.527183479177763</c:v>
                </c:pt>
                <c:pt idx="4">
                  <c:v>0.749585436912933</c:v>
                </c:pt>
                <c:pt idx="5">
                  <c:v>0.987574493163016</c:v>
                </c:pt>
                <c:pt idx="6">
                  <c:v>1.24412511698759</c:v>
                </c:pt>
                <c:pt idx="7">
                  <c:v>1.52742083011792</c:v>
                </c:pt>
                <c:pt idx="8">
                  <c:v>1.83061026382635</c:v>
                </c:pt>
                <c:pt idx="9">
                  <c:v>2.12594622281575</c:v>
                </c:pt>
                <c:pt idx="10">
                  <c:v>2.44379568971081</c:v>
                </c:pt>
                <c:pt idx="11">
                  <c:v>2.79838171308821</c:v>
                </c:pt>
                <c:pt idx="12">
                  <c:v>3.14831447774966</c:v>
                </c:pt>
                <c:pt idx="13">
                  <c:v>3.52440086382676</c:v>
                </c:pt>
                <c:pt idx="14">
                  <c:v>3.9327517691263</c:v>
                </c:pt>
                <c:pt idx="15">
                  <c:v>4.34708265050842</c:v>
                </c:pt>
                <c:pt idx="16">
                  <c:v>4.78775828755186</c:v>
                </c:pt>
                <c:pt idx="17">
                  <c:v>5.25742414472552</c:v>
                </c:pt>
                <c:pt idx="18">
                  <c:v>5.74293366771089</c:v>
                </c:pt>
                <c:pt idx="19">
                  <c:v>6.23772653819641</c:v>
                </c:pt>
                <c:pt idx="20">
                  <c:v>6.75185534116086</c:v>
                </c:pt>
                <c:pt idx="21">
                  <c:v>7.3060809202556</c:v>
                </c:pt>
                <c:pt idx="22">
                  <c:v>7.88929107572687</c:v>
                </c:pt>
                <c:pt idx="23">
                  <c:v>8.45243171161841</c:v>
                </c:pt>
                <c:pt idx="24">
                  <c:v>9.0672742540643</c:v>
                </c:pt>
                <c:pt idx="25">
                  <c:v>9.6884440230734</c:v>
                </c:pt>
                <c:pt idx="26">
                  <c:v>10.3467838618242</c:v>
                </c:pt>
                <c:pt idx="27">
                  <c:v>11.0340503074522</c:v>
                </c:pt>
                <c:pt idx="28">
                  <c:v>11.7210944454743</c:v>
                </c:pt>
                <c:pt idx="29">
                  <c:v>12.4594296365448</c:v>
                </c:pt>
                <c:pt idx="30">
                  <c:v>13.1587457843495</c:v>
                </c:pt>
                <c:pt idx="31">
                  <c:v>13.9110559943114</c:v>
                </c:pt>
                <c:pt idx="32">
                  <c:v>14.6684054016126</c:v>
                </c:pt>
                <c:pt idx="33">
                  <c:v>15.5136778026361</c:v>
                </c:pt>
                <c:pt idx="34">
                  <c:v>16.3352239259929</c:v>
                </c:pt>
                <c:pt idx="35">
                  <c:v>17.176231892782</c:v>
                </c:pt>
                <c:pt idx="36">
                  <c:v>18.0230821850696</c:v>
                </c:pt>
                <c:pt idx="37">
                  <c:v>18.8790724374931</c:v>
                </c:pt>
                <c:pt idx="38">
                  <c:v>19.7654068966241</c:v>
                </c:pt>
                <c:pt idx="39">
                  <c:v>20.6552590727259</c:v>
                </c:pt>
                <c:pt idx="40">
                  <c:v>21.5842113660909</c:v>
                </c:pt>
                <c:pt idx="41">
                  <c:v>22.5369480849329</c:v>
                </c:pt>
                <c:pt idx="42">
                  <c:v>23.4841562277258</c:v>
                </c:pt>
                <c:pt idx="43">
                  <c:v>24.4442871180643</c:v>
                </c:pt>
                <c:pt idx="44">
                  <c:v>25.4032269711825</c:v>
                </c:pt>
                <c:pt idx="45">
                  <c:v>26.3700242920281</c:v>
                </c:pt>
                <c:pt idx="46">
                  <c:v>27.3125786452224</c:v>
                </c:pt>
                <c:pt idx="47">
                  <c:v>28.3018957714731</c:v>
                </c:pt>
                <c:pt idx="48">
                  <c:v>29.3015622176761</c:v>
                </c:pt>
                <c:pt idx="49">
                  <c:v>30.2476902053178</c:v>
                </c:pt>
                <c:pt idx="50">
                  <c:v>31.2011797179429</c:v>
                </c:pt>
                <c:pt idx="51">
                  <c:v>32.2087840199729</c:v>
                </c:pt>
                <c:pt idx="52">
                  <c:v>33.2201832104756</c:v>
                </c:pt>
                <c:pt idx="53">
                  <c:v>34.1962530626197</c:v>
                </c:pt>
                <c:pt idx="54">
                  <c:v>35.1114884852045</c:v>
                </c:pt>
                <c:pt idx="55">
                  <c:v>36.015089365542</c:v>
                </c:pt>
                <c:pt idx="56">
                  <c:v>36.9517343282489</c:v>
                </c:pt>
                <c:pt idx="57">
                  <c:v>37.9032989787762</c:v>
                </c:pt>
                <c:pt idx="58">
                  <c:v>38.8196754659464</c:v>
                </c:pt>
                <c:pt idx="59">
                  <c:v>39.6701193750805</c:v>
                </c:pt>
                <c:pt idx="60">
                  <c:v>40.6003846830135</c:v>
                </c:pt>
                <c:pt idx="61">
                  <c:v>41.5348542190254</c:v>
                </c:pt>
                <c:pt idx="62">
                  <c:v>42.4380386055247</c:v>
                </c:pt>
                <c:pt idx="63">
                  <c:v>43.3116971948466</c:v>
                </c:pt>
                <c:pt idx="64">
                  <c:v>44.1947488086082</c:v>
                </c:pt>
                <c:pt idx="65">
                  <c:v>45.0103829681587</c:v>
                </c:pt>
                <c:pt idx="66">
                  <c:v>45.8563157768177</c:v>
                </c:pt>
                <c:pt idx="67">
                  <c:v>46.7197637383095</c:v>
                </c:pt>
                <c:pt idx="68">
                  <c:v>47.5421073036197</c:v>
                </c:pt>
                <c:pt idx="69">
                  <c:v>48.3476760637535</c:v>
                </c:pt>
                <c:pt idx="70">
                  <c:v>49.1063930449289</c:v>
                </c:pt>
                <c:pt idx="71">
                  <c:v>49.8613659442586</c:v>
                </c:pt>
                <c:pt idx="72">
                  <c:v>50.625939295764</c:v>
                </c:pt>
                <c:pt idx="73">
                  <c:v>51.3485174476566</c:v>
                </c:pt>
                <c:pt idx="74">
                  <c:v>52.0471993102832</c:v>
                </c:pt>
                <c:pt idx="75">
                  <c:v>52.7605661347139</c:v>
                </c:pt>
                <c:pt idx="76">
                  <c:v>53.5086543143808</c:v>
                </c:pt>
                <c:pt idx="77">
                  <c:v>54.2257426799108</c:v>
                </c:pt>
                <c:pt idx="78">
                  <c:v>54.9361496789473</c:v>
                </c:pt>
                <c:pt idx="79">
                  <c:v>55.621902320626</c:v>
                </c:pt>
                <c:pt idx="80">
                  <c:v>56.2975118863434</c:v>
                </c:pt>
                <c:pt idx="81">
                  <c:v>56.9334945259547</c:v>
                </c:pt>
                <c:pt idx="82">
                  <c:v>57.6028196308352</c:v>
                </c:pt>
                <c:pt idx="83">
                  <c:v>58.2344747543107</c:v>
                </c:pt>
                <c:pt idx="84">
                  <c:v>58.8793049215015</c:v>
                </c:pt>
                <c:pt idx="85">
                  <c:v>59.489916143919</c:v>
                </c:pt>
                <c:pt idx="86">
                  <c:v>60.0908550220132</c:v>
                </c:pt>
                <c:pt idx="87">
                  <c:v>60.6999169332428</c:v>
                </c:pt>
                <c:pt idx="88">
                  <c:v>61.2842702875066</c:v>
                </c:pt>
                <c:pt idx="89">
                  <c:v>61.9018403013826</c:v>
                </c:pt>
                <c:pt idx="90">
                  <c:v>62.5227958705891</c:v>
                </c:pt>
                <c:pt idx="91">
                  <c:v>63.1071998604786</c:v>
                </c:pt>
                <c:pt idx="92">
                  <c:v>63.6424625529473</c:v>
                </c:pt>
                <c:pt idx="93">
                  <c:v>64.2198044845933</c:v>
                </c:pt>
                <c:pt idx="94">
                  <c:v>64.7893793986394</c:v>
                </c:pt>
                <c:pt idx="95">
                  <c:v>65.3311397291213</c:v>
                </c:pt>
                <c:pt idx="96">
                  <c:v>65.9014304409959</c:v>
                </c:pt>
                <c:pt idx="97">
                  <c:v>66.4532223216546</c:v>
                </c:pt>
                <c:pt idx="98">
                  <c:v>67.0425319807783</c:v>
                </c:pt>
                <c:pt idx="99">
                  <c:v>67.5788786583246</c:v>
                </c:pt>
                <c:pt idx="100">
                  <c:v>68.1104097184081</c:v>
                </c:pt>
                <c:pt idx="101">
                  <c:v>68.6495839044012</c:v>
                </c:pt>
                <c:pt idx="102">
                  <c:v>69.1964975345406</c:v>
                </c:pt>
                <c:pt idx="103">
                  <c:v>69.7007240081861</c:v>
                </c:pt>
                <c:pt idx="104">
                  <c:v>70.2227514354765</c:v>
                </c:pt>
                <c:pt idx="105">
                  <c:v>70.7442910886897</c:v>
                </c:pt>
                <c:pt idx="106">
                  <c:v>71.2395558629062</c:v>
                </c:pt>
                <c:pt idx="107">
                  <c:v>71.7402632008638</c:v>
                </c:pt>
                <c:pt idx="108">
                  <c:v>72.2664441372388</c:v>
                </c:pt>
                <c:pt idx="109">
                  <c:v>72.7515227236253</c:v>
                </c:pt>
                <c:pt idx="110">
                  <c:v>73.2623245537117</c:v>
                </c:pt>
                <c:pt idx="111">
                  <c:v>73.7653249758914</c:v>
                </c:pt>
                <c:pt idx="112">
                  <c:v>74.2667667640926</c:v>
                </c:pt>
                <c:pt idx="113">
                  <c:v>74.7571116767873</c:v>
                </c:pt>
                <c:pt idx="114">
                  <c:v>75.2015037247042</c:v>
                </c:pt>
                <c:pt idx="115">
                  <c:v>75.6798580935344</c:v>
                </c:pt>
                <c:pt idx="116">
                  <c:v>76.1528581745671</c:v>
                </c:pt>
                <c:pt idx="117">
                  <c:v>76.6337496382302</c:v>
                </c:pt>
                <c:pt idx="118">
                  <c:v>77.1074825369146</c:v>
                </c:pt>
                <c:pt idx="119">
                  <c:v>77.6049928364904</c:v>
                </c:pt>
                <c:pt idx="120">
                  <c:v>78.0691981926859</c:v>
                </c:pt>
                <c:pt idx="121">
                  <c:v>78.5343062102842</c:v>
                </c:pt>
                <c:pt idx="122">
                  <c:v>78.9927046526517</c:v>
                </c:pt>
                <c:pt idx="123">
                  <c:v>79.4577710549592</c:v>
                </c:pt>
                <c:pt idx="124">
                  <c:v>79.9190722643275</c:v>
                </c:pt>
                <c:pt idx="125">
                  <c:v>80.368611955559</c:v>
                </c:pt>
                <c:pt idx="126">
                  <c:v>80.8348426655626</c:v>
                </c:pt>
                <c:pt idx="127">
                  <c:v>81.28199302552</c:v>
                </c:pt>
                <c:pt idx="128">
                  <c:v>81.7333529195774</c:v>
                </c:pt>
                <c:pt idx="129">
                  <c:v>82.2076457662579</c:v>
                </c:pt>
                <c:pt idx="130">
                  <c:v>82.656288101319</c:v>
                </c:pt>
                <c:pt idx="131">
                  <c:v>83.0912160404221</c:v>
                </c:pt>
                <c:pt idx="132">
                  <c:v>83.5119072591648</c:v>
                </c:pt>
                <c:pt idx="133">
                  <c:v>83.9510375612127</c:v>
                </c:pt>
                <c:pt idx="134">
                  <c:v>84.3843008046359</c:v>
                </c:pt>
                <c:pt idx="135">
                  <c:v>84.8225571780356</c:v>
                </c:pt>
                <c:pt idx="136">
                  <c:v>85.2433125759663</c:v>
                </c:pt>
                <c:pt idx="137">
                  <c:v>85.6584094354881</c:v>
                </c:pt>
                <c:pt idx="138">
                  <c:v>86.1112613267306</c:v>
                </c:pt>
                <c:pt idx="139">
                  <c:v>86.534939616416</c:v>
                </c:pt>
                <c:pt idx="140">
                  <c:v>86.9876042038516</c:v>
                </c:pt>
                <c:pt idx="141">
                  <c:v>87.398902812736</c:v>
                </c:pt>
                <c:pt idx="142">
                  <c:v>87.7964900164025</c:v>
                </c:pt>
                <c:pt idx="143">
                  <c:v>88.225290771094</c:v>
                </c:pt>
                <c:pt idx="144">
                  <c:v>88.6755843583719</c:v>
                </c:pt>
                <c:pt idx="145">
                  <c:v>89.1034364808079</c:v>
                </c:pt>
                <c:pt idx="146">
                  <c:v>89.5069518944883</c:v>
                </c:pt>
                <c:pt idx="147">
                  <c:v>89.9155909617597</c:v>
                </c:pt>
                <c:pt idx="148">
                  <c:v>90.3275183967969</c:v>
                </c:pt>
                <c:pt idx="149">
                  <c:v>90.7300085815707</c:v>
                </c:pt>
                <c:pt idx="150">
                  <c:v>91.1204989557593</c:v>
                </c:pt>
                <c:pt idx="151">
                  <c:v>91.5170664502566</c:v>
                </c:pt>
                <c:pt idx="152">
                  <c:v>91.9112037985335</c:v>
                </c:pt>
                <c:pt idx="153">
                  <c:v>92.3238312150573</c:v>
                </c:pt>
                <c:pt idx="154">
                  <c:v>92.7266360270615</c:v>
                </c:pt>
                <c:pt idx="155">
                  <c:v>93.0709846447819</c:v>
                </c:pt>
                <c:pt idx="156">
                  <c:v>93.436839113943</c:v>
                </c:pt>
                <c:pt idx="157">
                  <c:v>93.8251091664429</c:v>
                </c:pt>
                <c:pt idx="158">
                  <c:v>94.2164992808201</c:v>
                </c:pt>
                <c:pt idx="159">
                  <c:v>94.5995121885815</c:v>
                </c:pt>
                <c:pt idx="160">
                  <c:v>94.9645359596726</c:v>
                </c:pt>
                <c:pt idx="161">
                  <c:v>95.3358050751858</c:v>
                </c:pt>
                <c:pt idx="162">
                  <c:v>95.7006923515172</c:v>
                </c:pt>
                <c:pt idx="163">
                  <c:v>96.0597024263487</c:v>
                </c:pt>
                <c:pt idx="164">
                  <c:v>96.4270740820871</c:v>
                </c:pt>
                <c:pt idx="165">
                  <c:v>96.7649151811835</c:v>
                </c:pt>
                <c:pt idx="166">
                  <c:v>97.0832640734861</c:v>
                </c:pt>
                <c:pt idx="167">
                  <c:v>97.4239140646997</c:v>
                </c:pt>
                <c:pt idx="168">
                  <c:v>97.7266547316693</c:v>
                </c:pt>
                <c:pt idx="169">
                  <c:v>98.0473308612171</c:v>
                </c:pt>
                <c:pt idx="170">
                  <c:v>98.3521394211376</c:v>
                </c:pt>
                <c:pt idx="171">
                  <c:v>98.6238617006551</c:v>
                </c:pt>
                <c:pt idx="172">
                  <c:v>98.8723125521787</c:v>
                </c:pt>
                <c:pt idx="173">
                  <c:v>99.0746500510294</c:v>
                </c:pt>
                <c:pt idx="174">
                  <c:v>99.214170347712</c:v>
                </c:pt>
                <c:pt idx="175">
                  <c:v>99.4766769094582</c:v>
                </c:pt>
                <c:pt idx="176">
                  <c:v>99.8342407679087</c:v>
                </c:pt>
                <c:pt idx="177">
                  <c:v>100.161184656124</c:v>
                </c:pt>
                <c:pt idx="178">
                  <c:v>100.525707919778</c:v>
                </c:pt>
                <c:pt idx="179">
                  <c:v>100.871933938993</c:v>
                </c:pt>
                <c:pt idx="180">
                  <c:v>101.219419872655</c:v>
                </c:pt>
                <c:pt idx="181">
                  <c:v>101.565112438849</c:v>
                </c:pt>
                <c:pt idx="182">
                  <c:v>101.869269036178</c:v>
                </c:pt>
                <c:pt idx="183">
                  <c:v>102.115248505313</c:v>
                </c:pt>
                <c:pt idx="184">
                  <c:v>102.471400827806</c:v>
                </c:pt>
                <c:pt idx="185">
                  <c:v>102.811700507925</c:v>
                </c:pt>
                <c:pt idx="186">
                  <c:v>103.157537927668</c:v>
                </c:pt>
                <c:pt idx="187">
                  <c:v>103.497276246479</c:v>
                </c:pt>
                <c:pt idx="188">
                  <c:v>103.867819763652</c:v>
                </c:pt>
                <c:pt idx="189">
                  <c:v>104.225827302033</c:v>
                </c:pt>
                <c:pt idx="190">
                  <c:v>104.554142672182</c:v>
                </c:pt>
                <c:pt idx="191">
                  <c:v>104.907813834182</c:v>
                </c:pt>
                <c:pt idx="192">
                  <c:v>105.23779186804</c:v>
                </c:pt>
                <c:pt idx="193">
                  <c:v>105.595366981455</c:v>
                </c:pt>
                <c:pt idx="194">
                  <c:v>105.953612632928</c:v>
                </c:pt>
                <c:pt idx="195">
                  <c:v>106.306340437842</c:v>
                </c:pt>
                <c:pt idx="196">
                  <c:v>106.651898202927</c:v>
                </c:pt>
                <c:pt idx="197">
                  <c:v>106.999047218477</c:v>
                </c:pt>
                <c:pt idx="198">
                  <c:v>107.352669831342</c:v>
                </c:pt>
                <c:pt idx="199">
                  <c:v>107.704712687241</c:v>
                </c:pt>
                <c:pt idx="200">
                  <c:v>108.052814572876</c:v>
                </c:pt>
                <c:pt idx="201">
                  <c:v>108.439090019169</c:v>
                </c:pt>
                <c:pt idx="202">
                  <c:v>108.8186901638</c:v>
                </c:pt>
                <c:pt idx="203">
                  <c:v>109.176315416374</c:v>
                </c:pt>
                <c:pt idx="204">
                  <c:v>109.532863169765</c:v>
                </c:pt>
                <c:pt idx="205">
                  <c:v>109.863105397489</c:v>
                </c:pt>
                <c:pt idx="206">
                  <c:v>110.166934695731</c:v>
                </c:pt>
                <c:pt idx="207">
                  <c:v>110.429965592348</c:v>
                </c:pt>
                <c:pt idx="208">
                  <c:v>110.799271233714</c:v>
                </c:pt>
                <c:pt idx="209">
                  <c:v>111.190882395293</c:v>
                </c:pt>
                <c:pt idx="210">
                  <c:v>111.563131504458</c:v>
                </c:pt>
                <c:pt idx="211">
                  <c:v>111.948434012177</c:v>
                </c:pt>
                <c:pt idx="212">
                  <c:v>112.321379023993</c:v>
                </c:pt>
                <c:pt idx="213">
                  <c:v>112.67786696296</c:v>
                </c:pt>
                <c:pt idx="214">
                  <c:v>113.055704418086</c:v>
                </c:pt>
                <c:pt idx="215">
                  <c:v>113.422949869125</c:v>
                </c:pt>
                <c:pt idx="216">
                  <c:v>113.80969447213</c:v>
                </c:pt>
                <c:pt idx="217">
                  <c:v>114.180900577778</c:v>
                </c:pt>
                <c:pt idx="218">
                  <c:v>114.566206440728</c:v>
                </c:pt>
                <c:pt idx="219">
                  <c:v>114.941671160569</c:v>
                </c:pt>
                <c:pt idx="220">
                  <c:v>115.314644095968</c:v>
                </c:pt>
                <c:pt idx="221">
                  <c:v>115.660450027205</c:v>
                </c:pt>
                <c:pt idx="222">
                  <c:v>116.050068973944</c:v>
                </c:pt>
                <c:pt idx="223">
                  <c:v>116.430898749621</c:v>
                </c:pt>
                <c:pt idx="224">
                  <c:v>116.825108069696</c:v>
                </c:pt>
                <c:pt idx="225">
                  <c:v>117.193868285596</c:v>
                </c:pt>
                <c:pt idx="226">
                  <c:v>117.574205739136</c:v>
                </c:pt>
                <c:pt idx="227">
                  <c:v>117.939269870551</c:v>
                </c:pt>
                <c:pt idx="228">
                  <c:v>118.300058541985</c:v>
                </c:pt>
                <c:pt idx="229">
                  <c:v>118.667158372467</c:v>
                </c:pt>
                <c:pt idx="230">
                  <c:v>119.041171707183</c:v>
                </c:pt>
                <c:pt idx="231">
                  <c:v>119.400236860172</c:v>
                </c:pt>
                <c:pt idx="232">
                  <c:v>119.769207768195</c:v>
                </c:pt>
                <c:pt idx="233">
                  <c:v>120.158887487717</c:v>
                </c:pt>
                <c:pt idx="234">
                  <c:v>120.53042194743</c:v>
                </c:pt>
                <c:pt idx="235">
                  <c:v>120.921645947026</c:v>
                </c:pt>
                <c:pt idx="236">
                  <c:v>121.339265345222</c:v>
                </c:pt>
                <c:pt idx="237">
                  <c:v>121.75116200113</c:v>
                </c:pt>
                <c:pt idx="238">
                  <c:v>122.126630292236</c:v>
                </c:pt>
                <c:pt idx="239">
                  <c:v>122.505985902151</c:v>
                </c:pt>
                <c:pt idx="240">
                  <c:v>122.900198495879</c:v>
                </c:pt>
                <c:pt idx="241">
                  <c:v>123.277616198313</c:v>
                </c:pt>
                <c:pt idx="242">
                  <c:v>123.622171961226</c:v>
                </c:pt>
                <c:pt idx="243">
                  <c:v>124.011637633949</c:v>
                </c:pt>
                <c:pt idx="244">
                  <c:v>124.421092225277</c:v>
                </c:pt>
                <c:pt idx="245">
                  <c:v>124.804631752201</c:v>
                </c:pt>
                <c:pt idx="246">
                  <c:v>125.216548160038</c:v>
                </c:pt>
                <c:pt idx="247">
                  <c:v>125.623814187069</c:v>
                </c:pt>
                <c:pt idx="248">
                  <c:v>126.000367020532</c:v>
                </c:pt>
                <c:pt idx="249">
                  <c:v>126.406545665232</c:v>
                </c:pt>
                <c:pt idx="250">
                  <c:v>126.801458715812</c:v>
                </c:pt>
                <c:pt idx="251">
                  <c:v>127.199799503498</c:v>
                </c:pt>
                <c:pt idx="252">
                  <c:v>127.633678093175</c:v>
                </c:pt>
                <c:pt idx="253">
                  <c:v>128.030112499147</c:v>
                </c:pt>
                <c:pt idx="254">
                  <c:v>128.440633121158</c:v>
                </c:pt>
                <c:pt idx="255">
                  <c:v>128.863414021558</c:v>
                </c:pt>
                <c:pt idx="256">
                  <c:v>129.243928798399</c:v>
                </c:pt>
                <c:pt idx="257">
                  <c:v>129.62063654833</c:v>
                </c:pt>
                <c:pt idx="258">
                  <c:v>130.016011241235</c:v>
                </c:pt>
                <c:pt idx="259">
                  <c:v>130.434749929541</c:v>
                </c:pt>
                <c:pt idx="260">
                  <c:v>130.848734706575</c:v>
                </c:pt>
                <c:pt idx="261">
                  <c:v>131.248721738654</c:v>
                </c:pt>
                <c:pt idx="262">
                  <c:v>131.638330752137</c:v>
                </c:pt>
                <c:pt idx="263">
                  <c:v>132.055089580215</c:v>
                </c:pt>
                <c:pt idx="264">
                  <c:v>132.474316329004</c:v>
                </c:pt>
                <c:pt idx="265">
                  <c:v>132.872339211277</c:v>
                </c:pt>
                <c:pt idx="266">
                  <c:v>133.29696953994</c:v>
                </c:pt>
                <c:pt idx="267">
                  <c:v>133.754891753199</c:v>
                </c:pt>
                <c:pt idx="268">
                  <c:v>134.182085677268</c:v>
                </c:pt>
                <c:pt idx="269">
                  <c:v>134.611874562236</c:v>
                </c:pt>
                <c:pt idx="270">
                  <c:v>135.020430381444</c:v>
                </c:pt>
                <c:pt idx="271">
                  <c:v>135.443077510001</c:v>
                </c:pt>
                <c:pt idx="272">
                  <c:v>135.871805988718</c:v>
                </c:pt>
                <c:pt idx="273">
                  <c:v>136.318636922376</c:v>
                </c:pt>
                <c:pt idx="274">
                  <c:v>136.725956831771</c:v>
                </c:pt>
                <c:pt idx="275">
                  <c:v>137.136623951189</c:v>
                </c:pt>
                <c:pt idx="276">
                  <c:v>137.59398786699</c:v>
                </c:pt>
                <c:pt idx="277">
                  <c:v>138.024027462768</c:v>
                </c:pt>
                <c:pt idx="278">
                  <c:v>138.449085626809</c:v>
                </c:pt>
                <c:pt idx="279">
                  <c:v>138.88855971232</c:v>
                </c:pt>
                <c:pt idx="280">
                  <c:v>139.283422486792</c:v>
                </c:pt>
                <c:pt idx="281">
                  <c:v>139.728357866642</c:v>
                </c:pt>
                <c:pt idx="282">
                  <c:v>140.160262707841</c:v>
                </c:pt>
                <c:pt idx="283">
                  <c:v>140.596464129379</c:v>
                </c:pt>
                <c:pt idx="284">
                  <c:v>141.005533495534</c:v>
                </c:pt>
                <c:pt idx="285">
                  <c:v>141.4016478469</c:v>
                </c:pt>
                <c:pt idx="286">
                  <c:v>141.767420828782</c:v>
                </c:pt>
                <c:pt idx="287">
                  <c:v>142.142156004415</c:v>
                </c:pt>
                <c:pt idx="288">
                  <c:v>142.468991910506</c:v>
                </c:pt>
                <c:pt idx="289">
                  <c:v>142.710400101289</c:v>
                </c:pt>
                <c:pt idx="290">
                  <c:v>143.001352694557</c:v>
                </c:pt>
                <c:pt idx="291">
                  <c:v>143.44200081526</c:v>
                </c:pt>
                <c:pt idx="292">
                  <c:v>143.91579566521</c:v>
                </c:pt>
                <c:pt idx="293">
                  <c:v>144.374063451609</c:v>
                </c:pt>
                <c:pt idx="294">
                  <c:v>144.822348916467</c:v>
                </c:pt>
                <c:pt idx="295">
                  <c:v>145.262342878654</c:v>
                </c:pt>
                <c:pt idx="296">
                  <c:v>145.697035696236</c:v>
                </c:pt>
                <c:pt idx="297">
                  <c:v>146.093263426413</c:v>
                </c:pt>
                <c:pt idx="298">
                  <c:v>146.384818369154</c:v>
                </c:pt>
                <c:pt idx="299">
                  <c:v>146.815435563999</c:v>
                </c:pt>
                <c:pt idx="300">
                  <c:v>147.29901260969</c:v>
                </c:pt>
                <c:pt idx="301">
                  <c:v>147.764215852224</c:v>
                </c:pt>
                <c:pt idx="302">
                  <c:v>148.206460850343</c:v>
                </c:pt>
                <c:pt idx="303">
                  <c:v>148.719051714371</c:v>
                </c:pt>
                <c:pt idx="304">
                  <c:v>149.207003368104</c:v>
                </c:pt>
                <c:pt idx="305">
                  <c:v>149.676021040068</c:v>
                </c:pt>
                <c:pt idx="306">
                  <c:v>150.166351193093</c:v>
                </c:pt>
                <c:pt idx="307">
                  <c:v>150.664270592814</c:v>
                </c:pt>
                <c:pt idx="308">
                  <c:v>151.121302563738</c:v>
                </c:pt>
                <c:pt idx="309">
                  <c:v>151.616065125312</c:v>
                </c:pt>
                <c:pt idx="310">
                  <c:v>152.079218319082</c:v>
                </c:pt>
                <c:pt idx="311">
                  <c:v>152.53123506772</c:v>
                </c:pt>
                <c:pt idx="312">
                  <c:v>153.009755979783</c:v>
                </c:pt>
                <c:pt idx="313">
                  <c:v>153.481775629858</c:v>
                </c:pt>
                <c:pt idx="314">
                  <c:v>153.953450910599</c:v>
                </c:pt>
                <c:pt idx="315">
                  <c:v>154.455246265737</c:v>
                </c:pt>
                <c:pt idx="316">
                  <c:v>154.941827813282</c:v>
                </c:pt>
                <c:pt idx="317">
                  <c:v>155.421559055672</c:v>
                </c:pt>
                <c:pt idx="318">
                  <c:v>155.896547606154</c:v>
                </c:pt>
                <c:pt idx="319">
                  <c:v>156.371064630783</c:v>
                </c:pt>
                <c:pt idx="320">
                  <c:v>156.837886816769</c:v>
                </c:pt>
                <c:pt idx="321">
                  <c:v>157.32936070575</c:v>
                </c:pt>
                <c:pt idx="322">
                  <c:v>157.840722619033</c:v>
                </c:pt>
                <c:pt idx="323">
                  <c:v>158.316025204809</c:v>
                </c:pt>
                <c:pt idx="324">
                  <c:v>158.798806707735</c:v>
                </c:pt>
                <c:pt idx="325">
                  <c:v>159.279506295723</c:v>
                </c:pt>
                <c:pt idx="326">
                  <c:v>159.771582681198</c:v>
                </c:pt>
                <c:pt idx="327">
                  <c:v>160.268558663382</c:v>
                </c:pt>
                <c:pt idx="328">
                  <c:v>160.752542909602</c:v>
                </c:pt>
                <c:pt idx="329">
                  <c:v>161.226442606751</c:v>
                </c:pt>
                <c:pt idx="330">
                  <c:v>161.74062098643</c:v>
                </c:pt>
                <c:pt idx="331">
                  <c:v>162.185605038758</c:v>
                </c:pt>
                <c:pt idx="332">
                  <c:v>162.693907577181</c:v>
                </c:pt>
                <c:pt idx="333">
                  <c:v>163.185419648982</c:v>
                </c:pt>
                <c:pt idx="334">
                  <c:v>163.689343902864</c:v>
                </c:pt>
                <c:pt idx="335">
                  <c:v>164.200105177683</c:v>
                </c:pt>
                <c:pt idx="336">
                  <c:v>164.702752594794</c:v>
                </c:pt>
                <c:pt idx="337">
                  <c:v>165.165077452212</c:v>
                </c:pt>
                <c:pt idx="338">
                  <c:v>165.593878603247</c:v>
                </c:pt>
                <c:pt idx="339">
                  <c:v>166.097821324854</c:v>
                </c:pt>
                <c:pt idx="340">
                  <c:v>166.647698543153</c:v>
                </c:pt>
                <c:pt idx="341">
                  <c:v>167.172191682502</c:v>
                </c:pt>
                <c:pt idx="342">
                  <c:v>167.689403885409</c:v>
                </c:pt>
                <c:pt idx="343">
                  <c:v>168.199002395439</c:v>
                </c:pt>
                <c:pt idx="344">
                  <c:v>168.64925575021</c:v>
                </c:pt>
                <c:pt idx="345">
                  <c:v>169.120769597178</c:v>
                </c:pt>
                <c:pt idx="346">
                  <c:v>169.609500624384</c:v>
                </c:pt>
                <c:pt idx="347">
                  <c:v>170.155793349563</c:v>
                </c:pt>
                <c:pt idx="348">
                  <c:v>170.643544282168</c:v>
                </c:pt>
                <c:pt idx="349">
                  <c:v>171.181245240318</c:v>
                </c:pt>
                <c:pt idx="350">
                  <c:v>171.690500063462</c:v>
                </c:pt>
                <c:pt idx="351">
                  <c:v>172.224963907348</c:v>
                </c:pt>
                <c:pt idx="352">
                  <c:v>172.731516612578</c:v>
                </c:pt>
                <c:pt idx="353">
                  <c:v>173.249441531619</c:v>
                </c:pt>
                <c:pt idx="354">
                  <c:v>173.721493961618</c:v>
                </c:pt>
                <c:pt idx="355">
                  <c:v>174.144926452446</c:v>
                </c:pt>
                <c:pt idx="356">
                  <c:v>174.593156659406</c:v>
                </c:pt>
                <c:pt idx="357">
                  <c:v>175.139994865519</c:v>
                </c:pt>
                <c:pt idx="358">
                  <c:v>175.665349294362</c:v>
                </c:pt>
                <c:pt idx="359">
                  <c:v>176.190696549255</c:v>
                </c:pt>
                <c:pt idx="360">
                  <c:v>176.679882177851</c:v>
                </c:pt>
                <c:pt idx="361">
                  <c:v>177.144087227296</c:v>
                </c:pt>
                <c:pt idx="362">
                  <c:v>177.712495358551</c:v>
                </c:pt>
                <c:pt idx="363">
                  <c:v>178.245621811224</c:v>
                </c:pt>
                <c:pt idx="364">
                  <c:v>178.763371677461</c:v>
                </c:pt>
                <c:pt idx="365">
                  <c:v>179.311136652009</c:v>
                </c:pt>
                <c:pt idx="366">
                  <c:v>179.826105219198</c:v>
                </c:pt>
                <c:pt idx="367">
                  <c:v>180.371216429197</c:v>
                </c:pt>
                <c:pt idx="368">
                  <c:v>180.920761918337</c:v>
                </c:pt>
                <c:pt idx="369">
                  <c:v>181.44502937212</c:v>
                </c:pt>
                <c:pt idx="370">
                  <c:v>181.925009643926</c:v>
                </c:pt>
                <c:pt idx="371">
                  <c:v>182.470462983816</c:v>
                </c:pt>
                <c:pt idx="372">
                  <c:v>183.03306957225</c:v>
                </c:pt>
                <c:pt idx="373">
                  <c:v>183.633518089696</c:v>
                </c:pt>
                <c:pt idx="374">
                  <c:v>184.209372168556</c:v>
                </c:pt>
                <c:pt idx="375">
                  <c:v>184.781322127743</c:v>
                </c:pt>
                <c:pt idx="376">
                  <c:v>185.305072527801</c:v>
                </c:pt>
                <c:pt idx="377">
                  <c:v>185.849975766344</c:v>
                </c:pt>
                <c:pt idx="378">
                  <c:v>186.36451905637</c:v>
                </c:pt>
                <c:pt idx="379">
                  <c:v>186.869016850702</c:v>
                </c:pt>
                <c:pt idx="380">
                  <c:v>187.372526757013</c:v>
                </c:pt>
                <c:pt idx="381">
                  <c:v>187.944831783956</c:v>
                </c:pt>
                <c:pt idx="382">
                  <c:v>188.484741835623</c:v>
                </c:pt>
                <c:pt idx="383">
                  <c:v>189.002965386181</c:v>
                </c:pt>
                <c:pt idx="384">
                  <c:v>189.543885102253</c:v>
                </c:pt>
                <c:pt idx="385">
                  <c:v>190.123383100166</c:v>
                </c:pt>
                <c:pt idx="386">
                  <c:v>190.722923483478</c:v>
                </c:pt>
                <c:pt idx="387">
                  <c:v>191.2764105459</c:v>
                </c:pt>
                <c:pt idx="388">
                  <c:v>191.866321051968</c:v>
                </c:pt>
                <c:pt idx="389">
                  <c:v>192.425013274063</c:v>
                </c:pt>
                <c:pt idx="390">
                  <c:v>192.950423160619</c:v>
                </c:pt>
                <c:pt idx="391">
                  <c:v>193.544961033095</c:v>
                </c:pt>
                <c:pt idx="392">
                  <c:v>194.076347786468</c:v>
                </c:pt>
                <c:pt idx="393">
                  <c:v>194.556014557974</c:v>
                </c:pt>
                <c:pt idx="394">
                  <c:v>195.059239150323</c:v>
                </c:pt>
                <c:pt idx="395">
                  <c:v>195.549568881632</c:v>
                </c:pt>
                <c:pt idx="396">
                  <c:v>196.059194571678</c:v>
                </c:pt>
                <c:pt idx="397">
                  <c:v>196.643641491912</c:v>
                </c:pt>
                <c:pt idx="398">
                  <c:v>197.260025450847</c:v>
                </c:pt>
                <c:pt idx="399">
                  <c:v>197.885810480073</c:v>
                </c:pt>
                <c:pt idx="400">
                  <c:v>198.505147955364</c:v>
                </c:pt>
                <c:pt idx="401">
                  <c:v>199.096182498343</c:v>
                </c:pt>
                <c:pt idx="402">
                  <c:v>199.655398998521</c:v>
                </c:pt>
                <c:pt idx="403">
                  <c:v>200.142006948621</c:v>
                </c:pt>
                <c:pt idx="404">
                  <c:v>200.743121448964</c:v>
                </c:pt>
                <c:pt idx="405">
                  <c:v>201.309677254666</c:v>
                </c:pt>
                <c:pt idx="406">
                  <c:v>201.925364315088</c:v>
                </c:pt>
                <c:pt idx="407">
                  <c:v>202.488547348232</c:v>
                </c:pt>
                <c:pt idx="408">
                  <c:v>203.091972979273</c:v>
                </c:pt>
                <c:pt idx="409">
                  <c:v>203.692878494984</c:v>
                </c:pt>
                <c:pt idx="410">
                  <c:v>204.273387628021</c:v>
                </c:pt>
                <c:pt idx="411">
                  <c:v>204.849479612823</c:v>
                </c:pt>
                <c:pt idx="412">
                  <c:v>205.463047033393</c:v>
                </c:pt>
                <c:pt idx="413">
                  <c:v>206.067980621212</c:v>
                </c:pt>
                <c:pt idx="414">
                  <c:v>206.658537562606</c:v>
                </c:pt>
                <c:pt idx="415">
                  <c:v>207.257898968538</c:v>
                </c:pt>
                <c:pt idx="416">
                  <c:v>207.833530446673</c:v>
                </c:pt>
                <c:pt idx="417">
                  <c:v>208.397073312623</c:v>
                </c:pt>
                <c:pt idx="418">
                  <c:v>209.033171497956</c:v>
                </c:pt>
                <c:pt idx="419">
                  <c:v>209.641567794569</c:v>
                </c:pt>
                <c:pt idx="420">
                  <c:v>210.263617568977</c:v>
                </c:pt>
                <c:pt idx="421">
                  <c:v>210.873116893941</c:v>
                </c:pt>
                <c:pt idx="422">
                  <c:v>211.488718597702</c:v>
                </c:pt>
                <c:pt idx="423">
                  <c:v>212.044656457188</c:v>
                </c:pt>
                <c:pt idx="424">
                  <c:v>212.647437360513</c:v>
                </c:pt>
                <c:pt idx="425">
                  <c:v>213.262238732623</c:v>
                </c:pt>
                <c:pt idx="426">
                  <c:v>213.868391624796</c:v>
                </c:pt>
                <c:pt idx="427">
                  <c:v>214.530538282256</c:v>
                </c:pt>
                <c:pt idx="428">
                  <c:v>215.14595606716</c:v>
                </c:pt>
                <c:pt idx="429">
                  <c:v>215.744629864225</c:v>
                </c:pt>
                <c:pt idx="430">
                  <c:v>216.341714919662</c:v>
                </c:pt>
                <c:pt idx="431">
                  <c:v>216.884624422829</c:v>
                </c:pt>
                <c:pt idx="432">
                  <c:v>217.398820692804</c:v>
                </c:pt>
                <c:pt idx="433">
                  <c:v>217.947099003131</c:v>
                </c:pt>
                <c:pt idx="434">
                  <c:v>218.441246906063</c:v>
                </c:pt>
                <c:pt idx="435">
                  <c:v>219.116310931496</c:v>
                </c:pt>
                <c:pt idx="436">
                  <c:v>219.779838219835</c:v>
                </c:pt>
                <c:pt idx="437">
                  <c:v>220.432900269693</c:v>
                </c:pt>
                <c:pt idx="438">
                  <c:v>221.093984107883</c:v>
                </c:pt>
                <c:pt idx="439">
                  <c:v>221.766423692233</c:v>
                </c:pt>
                <c:pt idx="440">
                  <c:v>222.385400426829</c:v>
                </c:pt>
                <c:pt idx="441">
                  <c:v>223.02746816578</c:v>
                </c:pt>
                <c:pt idx="442">
                  <c:v>223.634894017726</c:v>
                </c:pt>
                <c:pt idx="443">
                  <c:v>224.277805969421</c:v>
                </c:pt>
                <c:pt idx="444">
                  <c:v>224.897511568826</c:v>
                </c:pt>
                <c:pt idx="445">
                  <c:v>225.488703840722</c:v>
                </c:pt>
                <c:pt idx="446">
                  <c:v>226.061572694443</c:v>
                </c:pt>
                <c:pt idx="447">
                  <c:v>226.619044098402</c:v>
                </c:pt>
                <c:pt idx="448">
                  <c:v>227.292873159894</c:v>
                </c:pt>
                <c:pt idx="449">
                  <c:v>227.922508845231</c:v>
                </c:pt>
                <c:pt idx="450">
                  <c:v>228.582421116593</c:v>
                </c:pt>
                <c:pt idx="451">
                  <c:v>229.237444554591</c:v>
                </c:pt>
                <c:pt idx="452">
                  <c:v>229.915534531554</c:v>
                </c:pt>
                <c:pt idx="453">
                  <c:v>230.549755249803</c:v>
                </c:pt>
                <c:pt idx="454">
                  <c:v>231.211729866137</c:v>
                </c:pt>
                <c:pt idx="455">
                  <c:v>231.842803152793</c:v>
                </c:pt>
                <c:pt idx="456">
                  <c:v>232.528623399225</c:v>
                </c:pt>
                <c:pt idx="457">
                  <c:v>233.153872339383</c:v>
                </c:pt>
                <c:pt idx="458">
                  <c:v>233.82959601474</c:v>
                </c:pt>
                <c:pt idx="459">
                  <c:v>234.488516843492</c:v>
                </c:pt>
                <c:pt idx="460">
                  <c:v>235.113295006346</c:v>
                </c:pt>
                <c:pt idx="461">
                  <c:v>235.784599576982</c:v>
                </c:pt>
                <c:pt idx="462">
                  <c:v>236.4439990521</c:v>
                </c:pt>
                <c:pt idx="463">
                  <c:v>237.11244697209</c:v>
                </c:pt>
                <c:pt idx="464">
                  <c:v>237.728871778289</c:v>
                </c:pt>
                <c:pt idx="465">
                  <c:v>238.424323214944</c:v>
                </c:pt>
                <c:pt idx="466">
                  <c:v>239.09437495057</c:v>
                </c:pt>
                <c:pt idx="467">
                  <c:v>239.727725943694</c:v>
                </c:pt>
                <c:pt idx="468">
                  <c:v>240.322539165309</c:v>
                </c:pt>
                <c:pt idx="469">
                  <c:v>240.825997386596</c:v>
                </c:pt>
                <c:pt idx="470">
                  <c:v>241.461025480744</c:v>
                </c:pt>
                <c:pt idx="471">
                  <c:v>242.152538219683</c:v>
                </c:pt>
                <c:pt idx="472">
                  <c:v>242.855429379625</c:v>
                </c:pt>
                <c:pt idx="473">
                  <c:v>243.587184019754</c:v>
                </c:pt>
                <c:pt idx="474">
                  <c:v>244.291469764548</c:v>
                </c:pt>
                <c:pt idx="475">
                  <c:v>245.015680067085</c:v>
                </c:pt>
                <c:pt idx="476">
                  <c:v>245.725089288104</c:v>
                </c:pt>
                <c:pt idx="477">
                  <c:v>246.365071277396</c:v>
                </c:pt>
                <c:pt idx="478">
                  <c:v>247.003981092497</c:v>
                </c:pt>
                <c:pt idx="479">
                  <c:v>247.655918814889</c:v>
                </c:pt>
                <c:pt idx="480">
                  <c:v>248.370823821846</c:v>
                </c:pt>
                <c:pt idx="481">
                  <c:v>249.081841639819</c:v>
                </c:pt>
                <c:pt idx="482">
                  <c:v>249.816139540572</c:v>
                </c:pt>
                <c:pt idx="483">
                  <c:v>250.467576609256</c:v>
                </c:pt>
                <c:pt idx="484">
                  <c:v>251.092003113047</c:v>
                </c:pt>
                <c:pt idx="485">
                  <c:v>251.799138419153</c:v>
                </c:pt>
                <c:pt idx="486">
                  <c:v>252.482028993333</c:v>
                </c:pt>
                <c:pt idx="487">
                  <c:v>253.21531246914</c:v>
                </c:pt>
                <c:pt idx="488">
                  <c:v>253.939382167119</c:v>
                </c:pt>
                <c:pt idx="489">
                  <c:v>254.657885136546</c:v>
                </c:pt>
                <c:pt idx="490">
                  <c:v>255.322861461544</c:v>
                </c:pt>
                <c:pt idx="491">
                  <c:v>256.049512856761</c:v>
                </c:pt>
                <c:pt idx="492">
                  <c:v>256.694208760219</c:v>
                </c:pt>
                <c:pt idx="493">
                  <c:v>257.377856292874</c:v>
                </c:pt>
                <c:pt idx="494">
                  <c:v>258.109646484029</c:v>
                </c:pt>
                <c:pt idx="495">
                  <c:v>258.82984616984</c:v>
                </c:pt>
                <c:pt idx="496">
                  <c:v>259.571446372764</c:v>
                </c:pt>
                <c:pt idx="497">
                  <c:v>260.299323868573</c:v>
                </c:pt>
                <c:pt idx="498">
                  <c:v>260.970009150751</c:v>
                </c:pt>
                <c:pt idx="499">
                  <c:v>261.618454612898</c:v>
                </c:pt>
                <c:pt idx="500">
                  <c:v>262.267428265317</c:v>
                </c:pt>
                <c:pt idx="501">
                  <c:v>263.018311347793</c:v>
                </c:pt>
                <c:pt idx="502">
                  <c:v>263.754552865343</c:v>
                </c:pt>
                <c:pt idx="503">
                  <c:v>264.470230747306</c:v>
                </c:pt>
                <c:pt idx="504">
                  <c:v>265.215459391684</c:v>
                </c:pt>
                <c:pt idx="505">
                  <c:v>265.960486669392</c:v>
                </c:pt>
                <c:pt idx="506">
                  <c:v>266.716920968708</c:v>
                </c:pt>
                <c:pt idx="507">
                  <c:v>267.455477365578</c:v>
                </c:pt>
                <c:pt idx="508">
                  <c:v>268.168280945175</c:v>
                </c:pt>
                <c:pt idx="509">
                  <c:v>268.959516862684</c:v>
                </c:pt>
                <c:pt idx="510">
                  <c:v>269.769331819661</c:v>
                </c:pt>
                <c:pt idx="511">
                  <c:v>270.547710303343</c:v>
                </c:pt>
                <c:pt idx="512">
                  <c:v>271.3277809784</c:v>
                </c:pt>
                <c:pt idx="513">
                  <c:v>272.02805504784</c:v>
                </c:pt>
                <c:pt idx="514">
                  <c:v>272.75255294051</c:v>
                </c:pt>
                <c:pt idx="515">
                  <c:v>273.454719377757</c:v>
                </c:pt>
                <c:pt idx="516">
                  <c:v>274.1955132415</c:v>
                </c:pt>
                <c:pt idx="517">
                  <c:v>274.87179643617</c:v>
                </c:pt>
                <c:pt idx="518">
                  <c:v>275.464065983371</c:v>
                </c:pt>
                <c:pt idx="519">
                  <c:v>276.214201537224</c:v>
                </c:pt>
                <c:pt idx="520">
                  <c:v>276.969094009766</c:v>
                </c:pt>
                <c:pt idx="521">
                  <c:v>277.705835475007</c:v>
                </c:pt>
                <c:pt idx="522">
                  <c:v>278.367682551942</c:v>
                </c:pt>
                <c:pt idx="523">
                  <c:v>279.040522447209</c:v>
                </c:pt>
                <c:pt idx="524">
                  <c:v>279.65142244772</c:v>
                </c:pt>
                <c:pt idx="525">
                  <c:v>280.112690006908</c:v>
                </c:pt>
                <c:pt idx="526">
                  <c:v>280.851168518045</c:v>
                </c:pt>
                <c:pt idx="527">
                  <c:v>281.593376806271</c:v>
                </c:pt>
                <c:pt idx="528">
                  <c:v>282.414953135036</c:v>
                </c:pt>
                <c:pt idx="529">
                  <c:v>283.245954972131</c:v>
                </c:pt>
                <c:pt idx="530">
                  <c:v>284.079133693047</c:v>
                </c:pt>
                <c:pt idx="531">
                  <c:v>284.889839385966</c:v>
                </c:pt>
                <c:pt idx="532">
                  <c:v>285.678420512037</c:v>
                </c:pt>
                <c:pt idx="533">
                  <c:v>286.54273007429</c:v>
                </c:pt>
                <c:pt idx="534">
                  <c:v>287.319624757386</c:v>
                </c:pt>
                <c:pt idx="535">
                  <c:v>288.059522324568</c:v>
                </c:pt>
                <c:pt idx="536">
                  <c:v>288.842667681923</c:v>
                </c:pt>
                <c:pt idx="537">
                  <c:v>289.659949917471</c:v>
                </c:pt>
                <c:pt idx="538">
                  <c:v>290.403407436524</c:v>
                </c:pt>
                <c:pt idx="539">
                  <c:v>291.185791432079</c:v>
                </c:pt>
                <c:pt idx="540">
                  <c:v>292.03364352824</c:v>
                </c:pt>
                <c:pt idx="541">
                  <c:v>292.812077923849</c:v>
                </c:pt>
                <c:pt idx="542">
                  <c:v>293.54179436691</c:v>
                </c:pt>
                <c:pt idx="543">
                  <c:v>294.378250612417</c:v>
                </c:pt>
                <c:pt idx="544">
                  <c:v>295.170714733746</c:v>
                </c:pt>
                <c:pt idx="545">
                  <c:v>296.025751130803</c:v>
                </c:pt>
                <c:pt idx="546">
                  <c:v>296.794729560441</c:v>
                </c:pt>
                <c:pt idx="547">
                  <c:v>297.570016915148</c:v>
                </c:pt>
                <c:pt idx="548">
                  <c:v>298.291900526086</c:v>
                </c:pt>
                <c:pt idx="549">
                  <c:v>299.107418427922</c:v>
                </c:pt>
                <c:pt idx="550">
                  <c:v>299.886215133326</c:v>
                </c:pt>
                <c:pt idx="551">
                  <c:v>300.683816126777</c:v>
                </c:pt>
                <c:pt idx="552">
                  <c:v>301.459585105292</c:v>
                </c:pt>
                <c:pt idx="553">
                  <c:v>302.311171764958</c:v>
                </c:pt>
                <c:pt idx="554">
                  <c:v>303.107939613791</c:v>
                </c:pt>
                <c:pt idx="555">
                  <c:v>303.928641986549</c:v>
                </c:pt>
                <c:pt idx="556">
                  <c:v>304.775440330099</c:v>
                </c:pt>
                <c:pt idx="557">
                  <c:v>305.525570796102</c:v>
                </c:pt>
                <c:pt idx="558">
                  <c:v>306.268668659749</c:v>
                </c:pt>
                <c:pt idx="559">
                  <c:v>307.039909491194</c:v>
                </c:pt>
                <c:pt idx="560">
                  <c:v>307.806308590713</c:v>
                </c:pt>
                <c:pt idx="561">
                  <c:v>308.673343706804</c:v>
                </c:pt>
                <c:pt idx="562">
                  <c:v>309.491507545501</c:v>
                </c:pt>
                <c:pt idx="563">
                  <c:v>310.332430524103</c:v>
                </c:pt>
                <c:pt idx="564">
                  <c:v>311.207414505158</c:v>
                </c:pt>
                <c:pt idx="565">
                  <c:v>312.056223755322</c:v>
                </c:pt>
                <c:pt idx="566">
                  <c:v>312.83827505422</c:v>
                </c:pt>
                <c:pt idx="567">
                  <c:v>313.597712631714</c:v>
                </c:pt>
                <c:pt idx="568">
                  <c:v>314.426989232888</c:v>
                </c:pt>
                <c:pt idx="569">
                  <c:v>315.266178485715</c:v>
                </c:pt>
                <c:pt idx="570">
                  <c:v>316.164973599407</c:v>
                </c:pt>
                <c:pt idx="571">
                  <c:v>317.047478736638</c:v>
                </c:pt>
                <c:pt idx="572">
                  <c:v>317.948021115831</c:v>
                </c:pt>
                <c:pt idx="573">
                  <c:v>318.774203416211</c:v>
                </c:pt>
                <c:pt idx="574">
                  <c:v>319.616579824376</c:v>
                </c:pt>
                <c:pt idx="575">
                  <c:v>320.473286597793</c:v>
                </c:pt>
                <c:pt idx="576">
                  <c:v>321.374064926179</c:v>
                </c:pt>
                <c:pt idx="577">
                  <c:v>322.254604494117</c:v>
                </c:pt>
                <c:pt idx="578">
                  <c:v>323.063368601509</c:v>
                </c:pt>
                <c:pt idx="579">
                  <c:v>323.931187555209</c:v>
                </c:pt>
                <c:pt idx="580">
                  <c:v>324.800624804168</c:v>
                </c:pt>
                <c:pt idx="581">
                  <c:v>325.708298130876</c:v>
                </c:pt>
                <c:pt idx="582">
                  <c:v>326.497719134245</c:v>
                </c:pt>
                <c:pt idx="583">
                  <c:v>327.268233560892</c:v>
                </c:pt>
                <c:pt idx="584">
                  <c:v>327.919224046879</c:v>
                </c:pt>
                <c:pt idx="585">
                  <c:v>328.580645916598</c:v>
                </c:pt>
                <c:pt idx="586">
                  <c:v>329.508095866652</c:v>
                </c:pt>
                <c:pt idx="587">
                  <c:v>330.485443283923</c:v>
                </c:pt>
                <c:pt idx="588">
                  <c:v>331.449396350764</c:v>
                </c:pt>
                <c:pt idx="589">
                  <c:v>332.341058464149</c:v>
                </c:pt>
                <c:pt idx="590">
                  <c:v>333.27666097381</c:v>
                </c:pt>
                <c:pt idx="591">
                  <c:v>334.189279729835</c:v>
                </c:pt>
                <c:pt idx="592">
                  <c:v>335.128041328674</c:v>
                </c:pt>
                <c:pt idx="593">
                  <c:v>336.013914810556</c:v>
                </c:pt>
                <c:pt idx="594">
                  <c:v>336.85700514361</c:v>
                </c:pt>
                <c:pt idx="595">
                  <c:v>337.706792263585</c:v>
                </c:pt>
                <c:pt idx="596">
                  <c:v>338.589428349597</c:v>
                </c:pt>
                <c:pt idx="597">
                  <c:v>339.476842054443</c:v>
                </c:pt>
                <c:pt idx="598">
                  <c:v>340.356176596334</c:v>
                </c:pt>
                <c:pt idx="599">
                  <c:v>341.222978881337</c:v>
                </c:pt>
                <c:pt idx="600">
                  <c:v>342.044757766367</c:v>
                </c:pt>
                <c:pt idx="601">
                  <c:v>342.818570206443</c:v>
                </c:pt>
                <c:pt idx="602">
                  <c:v>343.646361460605</c:v>
                </c:pt>
                <c:pt idx="603">
                  <c:v>344.452881208283</c:v>
                </c:pt>
                <c:pt idx="604">
                  <c:v>345.227800119313</c:v>
                </c:pt>
                <c:pt idx="605">
                  <c:v>345.924088044914</c:v>
                </c:pt>
                <c:pt idx="606">
                  <c:v>346.563183179285</c:v>
                </c:pt>
                <c:pt idx="607">
                  <c:v>347.09177411637</c:v>
                </c:pt>
                <c:pt idx="608">
                  <c:v>347.477758701638</c:v>
                </c:pt>
                <c:pt idx="609">
                  <c:v>348.192344556106</c:v>
                </c:pt>
                <c:pt idx="610">
                  <c:v>349.169384702854</c:v>
                </c:pt>
                <c:pt idx="611">
                  <c:v>350.159638765413</c:v>
                </c:pt>
                <c:pt idx="612">
                  <c:v>351.14848167202</c:v>
                </c:pt>
                <c:pt idx="613">
                  <c:v>352.086776219413</c:v>
                </c:pt>
                <c:pt idx="614">
                  <c:v>353.039909547657</c:v>
                </c:pt>
                <c:pt idx="615">
                  <c:v>354.011551910457</c:v>
                </c:pt>
                <c:pt idx="616">
                  <c:v>354.948513340036</c:v>
                </c:pt>
                <c:pt idx="617">
                  <c:v>355.887720549767</c:v>
                </c:pt>
                <c:pt idx="618">
                  <c:v>356.929693076868</c:v>
                </c:pt>
                <c:pt idx="619">
                  <c:v>357.862909884754</c:v>
                </c:pt>
                <c:pt idx="620">
                  <c:v>358.927397170873</c:v>
                </c:pt>
                <c:pt idx="621">
                  <c:v>359.895846712702</c:v>
                </c:pt>
                <c:pt idx="622">
                  <c:v>360.858167457155</c:v>
                </c:pt>
                <c:pt idx="623">
                  <c:v>361.833146758049</c:v>
                </c:pt>
                <c:pt idx="624">
                  <c:v>362.811754975435</c:v>
                </c:pt>
                <c:pt idx="625">
                  <c:v>363.757064440272</c:v>
                </c:pt>
                <c:pt idx="626">
                  <c:v>364.66310359032</c:v>
                </c:pt>
                <c:pt idx="627">
                  <c:v>365.507152720672</c:v>
                </c:pt>
                <c:pt idx="628">
                  <c:v>366.248697718111</c:v>
                </c:pt>
                <c:pt idx="629">
                  <c:v>366.937782713294</c:v>
                </c:pt>
                <c:pt idx="630">
                  <c:v>367.893452509576</c:v>
                </c:pt>
                <c:pt idx="631">
                  <c:v>368.909296497002</c:v>
                </c:pt>
                <c:pt idx="632">
                  <c:v>369.94715226059</c:v>
                </c:pt>
                <c:pt idx="633">
                  <c:v>370.927315179394</c:v>
                </c:pt>
                <c:pt idx="634">
                  <c:v>371.906183527682</c:v>
                </c:pt>
                <c:pt idx="635">
                  <c:v>372.911804120419</c:v>
                </c:pt>
                <c:pt idx="636">
                  <c:v>373.906455002674</c:v>
                </c:pt>
                <c:pt idx="637">
                  <c:v>374.870931229566</c:v>
                </c:pt>
                <c:pt idx="638">
                  <c:v>375.825774462116</c:v>
                </c:pt>
                <c:pt idx="639">
                  <c:v>376.804429781847</c:v>
                </c:pt>
                <c:pt idx="640">
                  <c:v>377.730562586284</c:v>
                </c:pt>
                <c:pt idx="641">
                  <c:v>378.750365014039</c:v>
                </c:pt>
                <c:pt idx="642">
                  <c:v>379.731747905724</c:v>
                </c:pt>
                <c:pt idx="643">
                  <c:v>380.720883171818</c:v>
                </c:pt>
                <c:pt idx="644">
                  <c:v>381.626963355255</c:v>
                </c:pt>
                <c:pt idx="645">
                  <c:v>382.530279168005</c:v>
                </c:pt>
                <c:pt idx="646">
                  <c:v>383.500933045759</c:v>
                </c:pt>
                <c:pt idx="647">
                  <c:v>384.557327720307</c:v>
                </c:pt>
                <c:pt idx="648">
                  <c:v>385.616572202414</c:v>
                </c:pt>
                <c:pt idx="649">
                  <c:v>386.680097997442</c:v>
                </c:pt>
                <c:pt idx="650">
                  <c:v>387.638879032778</c:v>
                </c:pt>
                <c:pt idx="651">
                  <c:v>388.708168826407</c:v>
                </c:pt>
                <c:pt idx="652">
                  <c:v>389.65147919716</c:v>
                </c:pt>
                <c:pt idx="653">
                  <c:v>390.629537385919</c:v>
                </c:pt>
                <c:pt idx="654">
                  <c:v>391.702667972658</c:v>
                </c:pt>
                <c:pt idx="655">
                  <c:v>392.775120040112</c:v>
                </c:pt>
                <c:pt idx="656">
                  <c:v>393.767490921046</c:v>
                </c:pt>
                <c:pt idx="657">
                  <c:v>394.787015256306</c:v>
                </c:pt>
                <c:pt idx="658">
                  <c:v>395.769982626272</c:v>
                </c:pt>
                <c:pt idx="659">
                  <c:v>396.7571322402</c:v>
                </c:pt>
                <c:pt idx="660">
                  <c:v>397.683217563063</c:v>
                </c:pt>
                <c:pt idx="661">
                  <c:v>398.664952584272</c:v>
                </c:pt>
                <c:pt idx="662">
                  <c:v>399.740456060804</c:v>
                </c:pt>
                <c:pt idx="663">
                  <c:v>400.765378059888</c:v>
                </c:pt>
                <c:pt idx="664">
                  <c:v>401.748348961464</c:v>
                </c:pt>
                <c:pt idx="665">
                  <c:v>402.756578492297</c:v>
                </c:pt>
                <c:pt idx="666">
                  <c:v>403.761646941393</c:v>
                </c:pt>
                <c:pt idx="667">
                  <c:v>404.805772299511</c:v>
                </c:pt>
                <c:pt idx="668">
                  <c:v>405.835314094496</c:v>
                </c:pt>
                <c:pt idx="669">
                  <c:v>406.867302647881</c:v>
                </c:pt>
                <c:pt idx="670">
                  <c:v>407.941549205005</c:v>
                </c:pt>
                <c:pt idx="671">
                  <c:v>408.952687119515</c:v>
                </c:pt>
                <c:pt idx="672">
                  <c:v>410.022699524207</c:v>
                </c:pt>
                <c:pt idx="673">
                  <c:v>411.056607011663</c:v>
                </c:pt>
                <c:pt idx="674">
                  <c:v>412.166492142828</c:v>
                </c:pt>
                <c:pt idx="675">
                  <c:v>413.200871010139</c:v>
                </c:pt>
                <c:pt idx="676">
                  <c:v>414.206337813384</c:v>
                </c:pt>
                <c:pt idx="677">
                  <c:v>415.172689818353</c:v>
                </c:pt>
                <c:pt idx="678">
                  <c:v>416.096218984761</c:v>
                </c:pt>
                <c:pt idx="679">
                  <c:v>416.987277229652</c:v>
                </c:pt>
                <c:pt idx="680">
                  <c:v>417.807087407112</c:v>
                </c:pt>
                <c:pt idx="681">
                  <c:v>418.945567547591</c:v>
                </c:pt>
                <c:pt idx="682">
                  <c:v>419.994621440009</c:v>
                </c:pt>
                <c:pt idx="683">
                  <c:v>421.028736206209</c:v>
                </c:pt>
                <c:pt idx="684">
                  <c:v>422.007636838503</c:v>
                </c:pt>
                <c:pt idx="685">
                  <c:v>422.890350502163</c:v>
                </c:pt>
                <c:pt idx="686">
                  <c:v>423.930100743147</c:v>
                </c:pt>
                <c:pt idx="687">
                  <c:v>425.097435055646</c:v>
                </c:pt>
                <c:pt idx="688">
                  <c:v>426.259867392947</c:v>
                </c:pt>
                <c:pt idx="689">
                  <c:v>427.457596393704</c:v>
                </c:pt>
                <c:pt idx="690">
                  <c:v>428.63610902637</c:v>
                </c:pt>
                <c:pt idx="691">
                  <c:v>429.734259294427</c:v>
                </c:pt>
                <c:pt idx="692">
                  <c:v>430.816076072692</c:v>
                </c:pt>
                <c:pt idx="693">
                  <c:v>431.987340482337</c:v>
                </c:pt>
                <c:pt idx="694">
                  <c:v>433.072710429236</c:v>
                </c:pt>
                <c:pt idx="695">
                  <c:v>434.182259484346</c:v>
                </c:pt>
                <c:pt idx="696">
                  <c:v>435.229565282067</c:v>
                </c:pt>
                <c:pt idx="697">
                  <c:v>436.297642073491</c:v>
                </c:pt>
                <c:pt idx="698">
                  <c:v>437.376453210277</c:v>
                </c:pt>
                <c:pt idx="699">
                  <c:v>438.445084793652</c:v>
                </c:pt>
                <c:pt idx="700">
                  <c:v>439.588405574562</c:v>
                </c:pt>
                <c:pt idx="701">
                  <c:v>440.778754520752</c:v>
                </c:pt>
                <c:pt idx="702">
                  <c:v>441.832010366204</c:v>
                </c:pt>
                <c:pt idx="703">
                  <c:v>442.876330904176</c:v>
                </c:pt>
                <c:pt idx="704">
                  <c:v>443.939401385283</c:v>
                </c:pt>
                <c:pt idx="705">
                  <c:v>445.073296994182</c:v>
                </c:pt>
                <c:pt idx="706">
                  <c:v>446.276789791318</c:v>
                </c:pt>
                <c:pt idx="707">
                  <c:v>447.354405829677</c:v>
                </c:pt>
                <c:pt idx="708">
                  <c:v>448.486508505062</c:v>
                </c:pt>
                <c:pt idx="709">
                  <c:v>449.521102710227</c:v>
                </c:pt>
                <c:pt idx="710">
                  <c:v>450.655331941357</c:v>
                </c:pt>
                <c:pt idx="711">
                  <c:v>451.832921571035</c:v>
                </c:pt>
                <c:pt idx="712">
                  <c:v>452.957860854633</c:v>
                </c:pt>
                <c:pt idx="713">
                  <c:v>453.959388491865</c:v>
                </c:pt>
                <c:pt idx="714">
                  <c:v>455.143709631773</c:v>
                </c:pt>
                <c:pt idx="715">
                  <c:v>456.277237028835</c:v>
                </c:pt>
                <c:pt idx="716">
                  <c:v>457.475489144623</c:v>
                </c:pt>
                <c:pt idx="717">
                  <c:v>458.61498359153</c:v>
                </c:pt>
                <c:pt idx="718">
                  <c:v>459.706301644728</c:v>
                </c:pt>
                <c:pt idx="719">
                  <c:v>460.655299800364</c:v>
                </c:pt>
                <c:pt idx="720">
                  <c:v>461.617596880994</c:v>
                </c:pt>
                <c:pt idx="721">
                  <c:v>462.831415463333</c:v>
                </c:pt>
                <c:pt idx="722">
                  <c:v>463.95393063361</c:v>
                </c:pt>
                <c:pt idx="723">
                  <c:v>465.115752851184</c:v>
                </c:pt>
                <c:pt idx="724">
                  <c:v>466.317636891647</c:v>
                </c:pt>
                <c:pt idx="725">
                  <c:v>467.543154673828</c:v>
                </c:pt>
                <c:pt idx="726">
                  <c:v>468.693210354739</c:v>
                </c:pt>
                <c:pt idx="727">
                  <c:v>469.914596216536</c:v>
                </c:pt>
                <c:pt idx="728">
                  <c:v>471.078714651596</c:v>
                </c:pt>
                <c:pt idx="729">
                  <c:v>472.293661687688</c:v>
                </c:pt>
                <c:pt idx="730">
                  <c:v>473.541934079223</c:v>
                </c:pt>
                <c:pt idx="731">
                  <c:v>474.725660958136</c:v>
                </c:pt>
                <c:pt idx="732">
                  <c:v>475.913052910823</c:v>
                </c:pt>
                <c:pt idx="733">
                  <c:v>477.04201244732</c:v>
                </c:pt>
                <c:pt idx="734">
                  <c:v>478.081409909465</c:v>
                </c:pt>
                <c:pt idx="735">
                  <c:v>479.302549994326</c:v>
                </c:pt>
                <c:pt idx="736">
                  <c:v>480.558977092205</c:v>
                </c:pt>
                <c:pt idx="737">
                  <c:v>481.776553532905</c:v>
                </c:pt>
                <c:pt idx="738">
                  <c:v>483.011091074789</c:v>
                </c:pt>
                <c:pt idx="739">
                  <c:v>484.265415730549</c:v>
                </c:pt>
                <c:pt idx="740">
                  <c:v>485.423577127186</c:v>
                </c:pt>
                <c:pt idx="741">
                  <c:v>486.56902589908</c:v>
                </c:pt>
                <c:pt idx="742">
                  <c:v>487.584740453954</c:v>
                </c:pt>
                <c:pt idx="743">
                  <c:v>488.690991804282</c:v>
                </c:pt>
                <c:pt idx="744">
                  <c:v>489.898518150033</c:v>
                </c:pt>
                <c:pt idx="745">
                  <c:v>491.157209603904</c:v>
                </c:pt>
                <c:pt idx="746">
                  <c:v>492.413220775057</c:v>
                </c:pt>
                <c:pt idx="747">
                  <c:v>493.636287952226</c:v>
                </c:pt>
                <c:pt idx="748">
                  <c:v>494.854512457316</c:v>
                </c:pt>
                <c:pt idx="749">
                  <c:v>496.153038612087</c:v>
                </c:pt>
                <c:pt idx="750">
                  <c:v>497.476658256137</c:v>
                </c:pt>
                <c:pt idx="751">
                  <c:v>498.786890732328</c:v>
                </c:pt>
                <c:pt idx="752">
                  <c:v>500.020272099327</c:v>
                </c:pt>
                <c:pt idx="753">
                  <c:v>501.306411672779</c:v>
                </c:pt>
                <c:pt idx="754">
                  <c:v>502.61511330691</c:v>
                </c:pt>
                <c:pt idx="755">
                  <c:v>503.893117285492</c:v>
                </c:pt>
                <c:pt idx="756">
                  <c:v>505.11709947635</c:v>
                </c:pt>
                <c:pt idx="757">
                  <c:v>506.419125907542</c:v>
                </c:pt>
                <c:pt idx="758">
                  <c:v>507.72775272603</c:v>
                </c:pt>
                <c:pt idx="759">
                  <c:v>508.961452877772</c:v>
                </c:pt>
                <c:pt idx="760">
                  <c:v>510.309432540189</c:v>
                </c:pt>
                <c:pt idx="761">
                  <c:v>511.698190147575</c:v>
                </c:pt>
                <c:pt idx="762">
                  <c:v>513.01679140791</c:v>
                </c:pt>
                <c:pt idx="763">
                  <c:v>514.168443108392</c:v>
                </c:pt>
                <c:pt idx="764">
                  <c:v>515.262530892471</c:v>
                </c:pt>
                <c:pt idx="765">
                  <c:v>516.463242888995</c:v>
                </c:pt>
                <c:pt idx="766">
                  <c:v>517.769765798069</c:v>
                </c:pt>
                <c:pt idx="767">
                  <c:v>519.090587332994</c:v>
                </c:pt>
                <c:pt idx="768">
                  <c:v>520.486796839067</c:v>
                </c:pt>
                <c:pt idx="769">
                  <c:v>521.830782238023</c:v>
                </c:pt>
                <c:pt idx="770">
                  <c:v>523.238373510462</c:v>
                </c:pt>
                <c:pt idx="771">
                  <c:v>524.507529536825</c:v>
                </c:pt>
                <c:pt idx="772">
                  <c:v>525.708346606728</c:v>
                </c:pt>
                <c:pt idx="773">
                  <c:v>526.98970205054</c:v>
                </c:pt>
                <c:pt idx="774">
                  <c:v>528.398095046653</c:v>
                </c:pt>
                <c:pt idx="775">
                  <c:v>529.792757965345</c:v>
                </c:pt>
                <c:pt idx="776">
                  <c:v>531.115052125882</c:v>
                </c:pt>
                <c:pt idx="777">
                  <c:v>532.367978964173</c:v>
                </c:pt>
                <c:pt idx="778">
                  <c:v>533.883104396804</c:v>
                </c:pt>
                <c:pt idx="779">
                  <c:v>535.283036630984</c:v>
                </c:pt>
                <c:pt idx="780">
                  <c:v>536.592573665388</c:v>
                </c:pt>
                <c:pt idx="781">
                  <c:v>537.924848988879</c:v>
                </c:pt>
                <c:pt idx="782">
                  <c:v>539.243628226549</c:v>
                </c:pt>
                <c:pt idx="783">
                  <c:v>540.566732557911</c:v>
                </c:pt>
                <c:pt idx="784">
                  <c:v>541.863667063793</c:v>
                </c:pt>
                <c:pt idx="785">
                  <c:v>543.22866851322</c:v>
                </c:pt>
                <c:pt idx="786">
                  <c:v>544.642429469284</c:v>
                </c:pt>
                <c:pt idx="787">
                  <c:v>545.995012925363</c:v>
                </c:pt>
                <c:pt idx="788">
                  <c:v>547.323102164847</c:v>
                </c:pt>
                <c:pt idx="789">
                  <c:v>548.626843995504</c:v>
                </c:pt>
                <c:pt idx="790">
                  <c:v>549.95736177812</c:v>
                </c:pt>
                <c:pt idx="791">
                  <c:v>551.404553388492</c:v>
                </c:pt>
                <c:pt idx="792">
                  <c:v>552.806879068182</c:v>
                </c:pt>
                <c:pt idx="793">
                  <c:v>554.190503649105</c:v>
                </c:pt>
                <c:pt idx="794">
                  <c:v>555.624452625654</c:v>
                </c:pt>
                <c:pt idx="795">
                  <c:v>557.029700759937</c:v>
                </c:pt>
                <c:pt idx="796">
                  <c:v>558.384599473003</c:v>
                </c:pt>
                <c:pt idx="797">
                  <c:v>559.825598218347</c:v>
                </c:pt>
                <c:pt idx="798">
                  <c:v>561.253742755862</c:v>
                </c:pt>
                <c:pt idx="799">
                  <c:v>562.73286853958</c:v>
                </c:pt>
                <c:pt idx="800">
                  <c:v>564.202838785843</c:v>
                </c:pt>
                <c:pt idx="801">
                  <c:v>565.648985083241</c:v>
                </c:pt>
                <c:pt idx="802">
                  <c:v>567.215360975802</c:v>
                </c:pt>
                <c:pt idx="803">
                  <c:v>568.620743835501</c:v>
                </c:pt>
                <c:pt idx="804">
                  <c:v>570.172305766144</c:v>
                </c:pt>
                <c:pt idx="805">
                  <c:v>571.730675077947</c:v>
                </c:pt>
                <c:pt idx="806">
                  <c:v>573.159613320912</c:v>
                </c:pt>
                <c:pt idx="807">
                  <c:v>574.638575773134</c:v>
                </c:pt>
                <c:pt idx="808">
                  <c:v>576.043372288581</c:v>
                </c:pt>
                <c:pt idx="809">
                  <c:v>577.412560182632</c:v>
                </c:pt>
                <c:pt idx="810">
                  <c:v>578.768848390194</c:v>
                </c:pt>
                <c:pt idx="811">
                  <c:v>579.916393627986</c:v>
                </c:pt>
                <c:pt idx="812">
                  <c:v>581.160518005543</c:v>
                </c:pt>
                <c:pt idx="813">
                  <c:v>582.586619648151</c:v>
                </c:pt>
                <c:pt idx="814">
                  <c:v>583.823902441638</c:v>
                </c:pt>
                <c:pt idx="815">
                  <c:v>585.006243298002</c:v>
                </c:pt>
                <c:pt idx="816">
                  <c:v>586.181603866554</c:v>
                </c:pt>
                <c:pt idx="817">
                  <c:v>587.731489822691</c:v>
                </c:pt>
                <c:pt idx="818">
                  <c:v>589.287929140736</c:v>
                </c:pt>
                <c:pt idx="819">
                  <c:v>590.924807177514</c:v>
                </c:pt>
                <c:pt idx="820">
                  <c:v>592.468769533904</c:v>
                </c:pt>
                <c:pt idx="821">
                  <c:v>594.01572479132</c:v>
                </c:pt>
                <c:pt idx="822">
                  <c:v>595.618691384124</c:v>
                </c:pt>
                <c:pt idx="823">
                  <c:v>597.177738237043</c:v>
                </c:pt>
                <c:pt idx="824">
                  <c:v>598.803612260363</c:v>
                </c:pt>
                <c:pt idx="825">
                  <c:v>600.249658345459</c:v>
                </c:pt>
                <c:pt idx="826">
                  <c:v>601.875768322157</c:v>
                </c:pt>
                <c:pt idx="827">
                  <c:v>603.424328642836</c:v>
                </c:pt>
                <c:pt idx="828">
                  <c:v>605.047440396554</c:v>
                </c:pt>
                <c:pt idx="829">
                  <c:v>606.708289331683</c:v>
                </c:pt>
                <c:pt idx="830">
                  <c:v>608.319509015075</c:v>
                </c:pt>
                <c:pt idx="831">
                  <c:v>609.876278784232</c:v>
                </c:pt>
                <c:pt idx="832">
                  <c:v>611.457514132665</c:v>
                </c:pt>
                <c:pt idx="833">
                  <c:v>613.067221892296</c:v>
                </c:pt>
                <c:pt idx="834">
                  <c:v>614.605425973133</c:v>
                </c:pt>
                <c:pt idx="835">
                  <c:v>616.166322789736</c:v>
                </c:pt>
                <c:pt idx="836">
                  <c:v>617.800118354868</c:v>
                </c:pt>
                <c:pt idx="837">
                  <c:v>619.423094902771</c:v>
                </c:pt>
                <c:pt idx="838">
                  <c:v>621.178436023003</c:v>
                </c:pt>
                <c:pt idx="839">
                  <c:v>622.754064780663</c:v>
                </c:pt>
                <c:pt idx="840">
                  <c:v>624.478396419946</c:v>
                </c:pt>
                <c:pt idx="841">
                  <c:v>626.056687160725</c:v>
                </c:pt>
                <c:pt idx="842">
                  <c:v>627.634337467415</c:v>
                </c:pt>
                <c:pt idx="843">
                  <c:v>629.219112779718</c:v>
                </c:pt>
                <c:pt idx="844">
                  <c:v>630.864930306041</c:v>
                </c:pt>
                <c:pt idx="845">
                  <c:v>632.36082119929</c:v>
                </c:pt>
                <c:pt idx="846">
                  <c:v>633.917334842611</c:v>
                </c:pt>
                <c:pt idx="847">
                  <c:v>635.344128385344</c:v>
                </c:pt>
                <c:pt idx="848">
                  <c:v>636.998193111799</c:v>
                </c:pt>
                <c:pt idx="849">
                  <c:v>638.767099503175</c:v>
                </c:pt>
                <c:pt idx="850">
                  <c:v>640.308789388184</c:v>
                </c:pt>
                <c:pt idx="851">
                  <c:v>641.809634530543</c:v>
                </c:pt>
                <c:pt idx="852">
                  <c:v>643.345893408284</c:v>
                </c:pt>
                <c:pt idx="853">
                  <c:v>644.854932345688</c:v>
                </c:pt>
                <c:pt idx="854">
                  <c:v>646.340747016753</c:v>
                </c:pt>
                <c:pt idx="855">
                  <c:v>647.673756712813</c:v>
                </c:pt>
                <c:pt idx="856">
                  <c:v>648.958282658362</c:v>
                </c:pt>
                <c:pt idx="857">
                  <c:v>650.293511701735</c:v>
                </c:pt>
                <c:pt idx="858">
                  <c:v>651.522089410076</c:v>
                </c:pt>
                <c:pt idx="859">
                  <c:v>652.616083885149</c:v>
                </c:pt>
                <c:pt idx="860">
                  <c:v>653.689186959965</c:v>
                </c:pt>
                <c:pt idx="861">
                  <c:v>654.773771706287</c:v>
                </c:pt>
                <c:pt idx="862">
                  <c:v>656.662308626093</c:v>
                </c:pt>
                <c:pt idx="863">
                  <c:v>658.382516339187</c:v>
                </c:pt>
                <c:pt idx="864">
                  <c:v>660.119993925395</c:v>
                </c:pt>
                <c:pt idx="865">
                  <c:v>661.992175886307</c:v>
                </c:pt>
                <c:pt idx="866">
                  <c:v>663.877584643793</c:v>
                </c:pt>
                <c:pt idx="867">
                  <c:v>665.816422900769</c:v>
                </c:pt>
                <c:pt idx="868">
                  <c:v>667.622203504494</c:v>
                </c:pt>
                <c:pt idx="869">
                  <c:v>669.419663028323</c:v>
                </c:pt>
                <c:pt idx="870">
                  <c:v>671.284887864743</c:v>
                </c:pt>
                <c:pt idx="871">
                  <c:v>672.908691826624</c:v>
                </c:pt>
                <c:pt idx="872">
                  <c:v>674.754643723454</c:v>
                </c:pt>
                <c:pt idx="873">
                  <c:v>676.568912910464</c:v>
                </c:pt>
                <c:pt idx="874">
                  <c:v>678.418972507646</c:v>
                </c:pt>
                <c:pt idx="875">
                  <c:v>680.359914655818</c:v>
                </c:pt>
                <c:pt idx="876">
                  <c:v>682.137136460053</c:v>
                </c:pt>
                <c:pt idx="877">
                  <c:v>683.979093112679</c:v>
                </c:pt>
                <c:pt idx="878">
                  <c:v>685.797951182676</c:v>
                </c:pt>
                <c:pt idx="879">
                  <c:v>687.61817337724</c:v>
                </c:pt>
                <c:pt idx="880">
                  <c:v>689.478427664172</c:v>
                </c:pt>
                <c:pt idx="881">
                  <c:v>691.278148563953</c:v>
                </c:pt>
                <c:pt idx="882">
                  <c:v>693.02342798579</c:v>
                </c:pt>
                <c:pt idx="883">
                  <c:v>694.741480685351</c:v>
                </c:pt>
                <c:pt idx="884">
                  <c:v>696.719716806188</c:v>
                </c:pt>
                <c:pt idx="885">
                  <c:v>698.62197228569</c:v>
                </c:pt>
                <c:pt idx="886">
                  <c:v>700.512155115357</c:v>
                </c:pt>
                <c:pt idx="887">
                  <c:v>702.473178780597</c:v>
                </c:pt>
                <c:pt idx="888">
                  <c:v>704.344135130213</c:v>
                </c:pt>
                <c:pt idx="889">
                  <c:v>706.187175082319</c:v>
                </c:pt>
                <c:pt idx="890">
                  <c:v>708.085584210963</c:v>
                </c:pt>
                <c:pt idx="891">
                  <c:v>709.857073531591</c:v>
                </c:pt>
                <c:pt idx="892">
                  <c:v>711.683601559726</c:v>
                </c:pt>
                <c:pt idx="893">
                  <c:v>713.407661012001</c:v>
                </c:pt>
                <c:pt idx="894">
                  <c:v>715.17143869573</c:v>
                </c:pt>
                <c:pt idx="895">
                  <c:v>716.802555683929</c:v>
                </c:pt>
                <c:pt idx="896">
                  <c:v>718.272716974565</c:v>
                </c:pt>
                <c:pt idx="897">
                  <c:v>719.702274930785</c:v>
                </c:pt>
                <c:pt idx="898">
                  <c:v>721.448703630946</c:v>
                </c:pt>
                <c:pt idx="899">
                  <c:v>723.178505010429</c:v>
                </c:pt>
                <c:pt idx="900">
                  <c:v>725.126624264462</c:v>
                </c:pt>
                <c:pt idx="901">
                  <c:v>727.134444814231</c:v>
                </c:pt>
                <c:pt idx="902">
                  <c:v>729.056536678586</c:v>
                </c:pt>
                <c:pt idx="903">
                  <c:v>730.947618874335</c:v>
                </c:pt>
                <c:pt idx="904">
                  <c:v>732.861437656126</c:v>
                </c:pt>
                <c:pt idx="905">
                  <c:v>734.780291200123</c:v>
                </c:pt>
                <c:pt idx="906">
                  <c:v>736.878984810028</c:v>
                </c:pt>
                <c:pt idx="907">
                  <c:v>738.715972130245</c:v>
                </c:pt>
                <c:pt idx="908">
                  <c:v>740.614769036483</c:v>
                </c:pt>
                <c:pt idx="909">
                  <c:v>742.649734524933</c:v>
                </c:pt>
                <c:pt idx="910">
                  <c:v>744.520838662869</c:v>
                </c:pt>
                <c:pt idx="911">
                  <c:v>746.387782097937</c:v>
                </c:pt>
                <c:pt idx="912">
                  <c:v>748.422503721089</c:v>
                </c:pt>
                <c:pt idx="913">
                  <c:v>750.344516294326</c:v>
                </c:pt>
                <c:pt idx="914">
                  <c:v>752.334009954179</c:v>
                </c:pt>
                <c:pt idx="915">
                  <c:v>754.290298864162</c:v>
                </c:pt>
                <c:pt idx="916">
                  <c:v>756.070865201825</c:v>
                </c:pt>
                <c:pt idx="917">
                  <c:v>758.055835580585</c:v>
                </c:pt>
                <c:pt idx="918">
                  <c:v>759.874950062835</c:v>
                </c:pt>
                <c:pt idx="919">
                  <c:v>761.82274891463</c:v>
                </c:pt>
                <c:pt idx="920">
                  <c:v>763.963989901087</c:v>
                </c:pt>
                <c:pt idx="921">
                  <c:v>765.977131414185</c:v>
                </c:pt>
                <c:pt idx="922">
                  <c:v>767.950895530641</c:v>
                </c:pt>
                <c:pt idx="923">
                  <c:v>769.800268683593</c:v>
                </c:pt>
                <c:pt idx="924">
                  <c:v>771.752692405159</c:v>
                </c:pt>
                <c:pt idx="925">
                  <c:v>773.74347024811</c:v>
                </c:pt>
                <c:pt idx="926">
                  <c:v>775.653222375945</c:v>
                </c:pt>
                <c:pt idx="927">
                  <c:v>777.524734463716</c:v>
                </c:pt>
                <c:pt idx="928">
                  <c:v>779.307018340409</c:v>
                </c:pt>
                <c:pt idx="929">
                  <c:v>781.149209711906</c:v>
                </c:pt>
                <c:pt idx="930">
                  <c:v>783.11886069589</c:v>
                </c:pt>
                <c:pt idx="931">
                  <c:v>784.998834521055</c:v>
                </c:pt>
                <c:pt idx="932">
                  <c:v>786.850775182918</c:v>
                </c:pt>
                <c:pt idx="933">
                  <c:v>788.723856675458</c:v>
                </c:pt>
                <c:pt idx="934">
                  <c:v>790.585603452643</c:v>
                </c:pt>
                <c:pt idx="935">
                  <c:v>792.547570660009</c:v>
                </c:pt>
                <c:pt idx="936">
                  <c:v>794.464239392493</c:v>
                </c:pt>
                <c:pt idx="937">
                  <c:v>796.321114244948</c:v>
                </c:pt>
                <c:pt idx="938">
                  <c:v>798.133426876102</c:v>
                </c:pt>
                <c:pt idx="939">
                  <c:v>799.931743468056</c:v>
                </c:pt>
                <c:pt idx="940">
                  <c:v>801.799463783277</c:v>
                </c:pt>
                <c:pt idx="941">
                  <c:v>803.689110221923</c:v>
                </c:pt>
                <c:pt idx="942">
                  <c:v>805.579271307643</c:v>
                </c:pt>
                <c:pt idx="943">
                  <c:v>807.469311603959</c:v>
                </c:pt>
                <c:pt idx="944">
                  <c:v>809.279784885751</c:v>
                </c:pt>
                <c:pt idx="945">
                  <c:v>811.193042038691</c:v>
                </c:pt>
                <c:pt idx="946">
                  <c:v>813.043367241648</c:v>
                </c:pt>
                <c:pt idx="947">
                  <c:v>814.847361616985</c:v>
                </c:pt>
                <c:pt idx="948">
                  <c:v>816.763988989547</c:v>
                </c:pt>
                <c:pt idx="949">
                  <c:v>818.463315739226</c:v>
                </c:pt>
                <c:pt idx="950">
                  <c:v>820.375313560563</c:v>
                </c:pt>
                <c:pt idx="951">
                  <c:v>822.087824646838</c:v>
                </c:pt>
                <c:pt idx="952">
                  <c:v>823.952578202869</c:v>
                </c:pt>
                <c:pt idx="953">
                  <c:v>825.696580817939</c:v>
                </c:pt>
                <c:pt idx="954">
                  <c:v>827.511844050503</c:v>
                </c:pt>
                <c:pt idx="955">
                  <c:v>829.276663475546</c:v>
                </c:pt>
                <c:pt idx="956">
                  <c:v>831.010034835651</c:v>
                </c:pt>
                <c:pt idx="957">
                  <c:v>832.761923375073</c:v>
                </c:pt>
                <c:pt idx="958">
                  <c:v>834.416270254378</c:v>
                </c:pt>
                <c:pt idx="959">
                  <c:v>836.124302977386</c:v>
                </c:pt>
                <c:pt idx="960">
                  <c:v>837.821032273848</c:v>
                </c:pt>
                <c:pt idx="961">
                  <c:v>839.51780481489</c:v>
                </c:pt>
                <c:pt idx="962">
                  <c:v>841.243230516286</c:v>
                </c:pt>
                <c:pt idx="963">
                  <c:v>842.836723222262</c:v>
                </c:pt>
                <c:pt idx="964">
                  <c:v>844.425362284624</c:v>
                </c:pt>
                <c:pt idx="965">
                  <c:v>845.923810284351</c:v>
                </c:pt>
                <c:pt idx="966">
                  <c:v>847.404523137353</c:v>
                </c:pt>
                <c:pt idx="967">
                  <c:v>848.884829454451</c:v>
                </c:pt>
                <c:pt idx="968">
                  <c:v>850.352930208854</c:v>
                </c:pt>
                <c:pt idx="969">
                  <c:v>851.768092828441</c:v>
                </c:pt>
                <c:pt idx="970">
                  <c:v>853.195194891458</c:v>
                </c:pt>
                <c:pt idx="971">
                  <c:v>854.77644399302</c:v>
                </c:pt>
                <c:pt idx="972">
                  <c:v>856.260230256312</c:v>
                </c:pt>
                <c:pt idx="973">
                  <c:v>857.752624180113</c:v>
                </c:pt>
                <c:pt idx="974">
                  <c:v>859.203080000531</c:v>
                </c:pt>
                <c:pt idx="975">
                  <c:v>860.56119762092</c:v>
                </c:pt>
                <c:pt idx="976">
                  <c:v>861.922946066253</c:v>
                </c:pt>
                <c:pt idx="977">
                  <c:v>863.201979012424</c:v>
                </c:pt>
                <c:pt idx="978">
                  <c:v>864.440718495901</c:v>
                </c:pt>
                <c:pt idx="979">
                  <c:v>865.696141972388</c:v>
                </c:pt>
                <c:pt idx="980">
                  <c:v>866.828237901262</c:v>
                </c:pt>
                <c:pt idx="981">
                  <c:v>868.058346925788</c:v>
                </c:pt>
                <c:pt idx="982">
                  <c:v>869.273862612689</c:v>
                </c:pt>
                <c:pt idx="983">
                  <c:v>870.437805059241</c:v>
                </c:pt>
                <c:pt idx="984">
                  <c:v>871.530447349013</c:v>
                </c:pt>
                <c:pt idx="985">
                  <c:v>872.568098593964</c:v>
                </c:pt>
                <c:pt idx="986">
                  <c:v>873.780374909371</c:v>
                </c:pt>
                <c:pt idx="987">
                  <c:v>874.849918829586</c:v>
                </c:pt>
                <c:pt idx="988">
                  <c:v>876.030611713862</c:v>
                </c:pt>
                <c:pt idx="989">
                  <c:v>877.247174474846</c:v>
                </c:pt>
                <c:pt idx="990">
                  <c:v>878.476995678021</c:v>
                </c:pt>
                <c:pt idx="991">
                  <c:v>879.749552397101</c:v>
                </c:pt>
                <c:pt idx="992">
                  <c:v>881.032338382681</c:v>
                </c:pt>
                <c:pt idx="993">
                  <c:v>882.363792661615</c:v>
                </c:pt>
                <c:pt idx="994">
                  <c:v>883.667018492659</c:v>
                </c:pt>
                <c:pt idx="995">
                  <c:v>885.027011756502</c:v>
                </c:pt>
                <c:pt idx="996">
                  <c:v>886.46712322546</c:v>
                </c:pt>
                <c:pt idx="997">
                  <c:v>887.967266825102</c:v>
                </c:pt>
                <c:pt idx="998">
                  <c:v>889.494004035515</c:v>
                </c:pt>
                <c:pt idx="999">
                  <c:v>891.239914039712</c:v>
                </c:pt>
                <c:pt idx="1000">
                  <c:v>893.160696453248</c:v>
                </c:pt>
                <c:pt idx="1001">
                  <c:v>896.67385713815</c:v>
                </c:pt>
              </c:numCache>
            </c:numRef>
          </c:xVal>
          <c:yVal>
            <c:numRef>
              <c:f>'Chart Data'!$B$2:$B$1003</c:f>
              <c:numCache>
                <c:formatCode>General</c:formatCode>
                <c:ptCount val="1002"/>
                <c:pt idx="0">
                  <c:v>0</c:v>
                </c:pt>
                <c:pt idx="1">
                  <c:v>1.14403386340236E-06</c:v>
                </c:pt>
                <c:pt idx="2">
                  <c:v>0.00100102963047706</c:v>
                </c:pt>
                <c:pt idx="3">
                  <c:v>0.00200091522709072</c:v>
                </c:pt>
                <c:pt idx="4">
                  <c:v>0.00300080082370438</c:v>
                </c:pt>
                <c:pt idx="5">
                  <c:v>0.00400068642031804</c:v>
                </c:pt>
                <c:pt idx="6">
                  <c:v>0.0050005720169317</c:v>
                </c:pt>
                <c:pt idx="7">
                  <c:v>0.00600160164740876</c:v>
                </c:pt>
                <c:pt idx="8">
                  <c:v>0.00700148724402242</c:v>
                </c:pt>
                <c:pt idx="9">
                  <c:v>0.00800137284063608</c:v>
                </c:pt>
                <c:pt idx="10">
                  <c:v>0.00900125843724974</c:v>
                </c:pt>
                <c:pt idx="11">
                  <c:v>0.0100011440338634</c:v>
                </c:pt>
                <c:pt idx="12">
                  <c:v>0.0110010296304771</c:v>
                </c:pt>
                <c:pt idx="13">
                  <c:v>0.0120009152270907</c:v>
                </c:pt>
                <c:pt idx="14">
                  <c:v>0.0130008008237044</c:v>
                </c:pt>
                <c:pt idx="15">
                  <c:v>0.014000686420318</c:v>
                </c:pt>
                <c:pt idx="16">
                  <c:v>0.0150005720169317</c:v>
                </c:pt>
                <c:pt idx="17">
                  <c:v>0.0160016016474088</c:v>
                </c:pt>
                <c:pt idx="18">
                  <c:v>0.0170014872440224</c:v>
                </c:pt>
                <c:pt idx="19">
                  <c:v>0.0180013728406361</c:v>
                </c:pt>
                <c:pt idx="20">
                  <c:v>0.0190012584372497</c:v>
                </c:pt>
                <c:pt idx="21">
                  <c:v>0.0200011440338634</c:v>
                </c:pt>
                <c:pt idx="22">
                  <c:v>0.0210010296304771</c:v>
                </c:pt>
                <c:pt idx="23">
                  <c:v>0.0220009152270907</c:v>
                </c:pt>
                <c:pt idx="24">
                  <c:v>0.0230008008237044</c:v>
                </c:pt>
                <c:pt idx="25">
                  <c:v>0.024000686420318</c:v>
                </c:pt>
                <c:pt idx="26">
                  <c:v>0.0250005720169317</c:v>
                </c:pt>
                <c:pt idx="27">
                  <c:v>0.0260016016474088</c:v>
                </c:pt>
                <c:pt idx="28">
                  <c:v>0.0270014872440224</c:v>
                </c:pt>
                <c:pt idx="29">
                  <c:v>0.0280013728406361</c:v>
                </c:pt>
                <c:pt idx="30">
                  <c:v>0.0290012584372497</c:v>
                </c:pt>
                <c:pt idx="31">
                  <c:v>0.0300011440338634</c:v>
                </c:pt>
                <c:pt idx="32">
                  <c:v>0.0310010296304771</c:v>
                </c:pt>
                <c:pt idx="33">
                  <c:v>0.0320009152270907</c:v>
                </c:pt>
                <c:pt idx="34">
                  <c:v>0.0330008008237044</c:v>
                </c:pt>
                <c:pt idx="35">
                  <c:v>0.034000686420318</c:v>
                </c:pt>
                <c:pt idx="36">
                  <c:v>0.0350005720169317</c:v>
                </c:pt>
                <c:pt idx="37">
                  <c:v>0.0360016016474088</c:v>
                </c:pt>
                <c:pt idx="38">
                  <c:v>0.0370014872440224</c:v>
                </c:pt>
                <c:pt idx="39">
                  <c:v>0.0380013728406361</c:v>
                </c:pt>
                <c:pt idx="40">
                  <c:v>0.0390012584372497</c:v>
                </c:pt>
                <c:pt idx="41">
                  <c:v>0.0400011440338634</c:v>
                </c:pt>
                <c:pt idx="42">
                  <c:v>0.0410010296304771</c:v>
                </c:pt>
                <c:pt idx="43">
                  <c:v>0.0420009152270907</c:v>
                </c:pt>
                <c:pt idx="44">
                  <c:v>0.0430008008237044</c:v>
                </c:pt>
                <c:pt idx="45">
                  <c:v>0.044000686420318</c:v>
                </c:pt>
                <c:pt idx="46">
                  <c:v>0.0450005720169317</c:v>
                </c:pt>
                <c:pt idx="47">
                  <c:v>0.0460016016474088</c:v>
                </c:pt>
                <c:pt idx="48">
                  <c:v>0.0470014872440224</c:v>
                </c:pt>
                <c:pt idx="49">
                  <c:v>0.0480013728406361</c:v>
                </c:pt>
                <c:pt idx="50">
                  <c:v>0.0490012584372497</c:v>
                </c:pt>
                <c:pt idx="51">
                  <c:v>0.0500011440338634</c:v>
                </c:pt>
                <c:pt idx="52">
                  <c:v>0.0510010296304771</c:v>
                </c:pt>
                <c:pt idx="53">
                  <c:v>0.0520009152270907</c:v>
                </c:pt>
                <c:pt idx="54">
                  <c:v>0.0530008008237044</c:v>
                </c:pt>
                <c:pt idx="55">
                  <c:v>0.054000686420318</c:v>
                </c:pt>
                <c:pt idx="56">
                  <c:v>0.0550005720169317</c:v>
                </c:pt>
                <c:pt idx="57">
                  <c:v>0.0560016016474088</c:v>
                </c:pt>
                <c:pt idx="58">
                  <c:v>0.0570014872440224</c:v>
                </c:pt>
                <c:pt idx="59">
                  <c:v>0.0580013728406361</c:v>
                </c:pt>
                <c:pt idx="60">
                  <c:v>0.0590012584372497</c:v>
                </c:pt>
                <c:pt idx="61">
                  <c:v>0.0600011440338634</c:v>
                </c:pt>
                <c:pt idx="62">
                  <c:v>0.0610010296304771</c:v>
                </c:pt>
                <c:pt idx="63">
                  <c:v>0.0620009152270907</c:v>
                </c:pt>
                <c:pt idx="64">
                  <c:v>0.0630008008237044</c:v>
                </c:pt>
                <c:pt idx="65">
                  <c:v>0.064000686420318</c:v>
                </c:pt>
                <c:pt idx="66">
                  <c:v>0.0650005720169317</c:v>
                </c:pt>
                <c:pt idx="67">
                  <c:v>0.0660016016474088</c:v>
                </c:pt>
                <c:pt idx="68">
                  <c:v>0.0670014872440224</c:v>
                </c:pt>
                <c:pt idx="69">
                  <c:v>0.0680013728406361</c:v>
                </c:pt>
                <c:pt idx="70">
                  <c:v>0.0690012584372497</c:v>
                </c:pt>
                <c:pt idx="71">
                  <c:v>0.0700011440338634</c:v>
                </c:pt>
                <c:pt idx="72">
                  <c:v>0.0710010296304771</c:v>
                </c:pt>
                <c:pt idx="73">
                  <c:v>0.0720009152270907</c:v>
                </c:pt>
                <c:pt idx="74">
                  <c:v>0.0730008008237044</c:v>
                </c:pt>
                <c:pt idx="75">
                  <c:v>0.074000686420318</c:v>
                </c:pt>
                <c:pt idx="76">
                  <c:v>0.0750005720169317</c:v>
                </c:pt>
                <c:pt idx="77">
                  <c:v>0.0760016016474088</c:v>
                </c:pt>
                <c:pt idx="78">
                  <c:v>0.0770014872440224</c:v>
                </c:pt>
                <c:pt idx="79">
                  <c:v>0.0780013728406361</c:v>
                </c:pt>
                <c:pt idx="80">
                  <c:v>0.0790012584372497</c:v>
                </c:pt>
                <c:pt idx="81">
                  <c:v>0.0800011440338634</c:v>
                </c:pt>
                <c:pt idx="82">
                  <c:v>0.0810010296304771</c:v>
                </c:pt>
                <c:pt idx="83">
                  <c:v>0.0820009152270907</c:v>
                </c:pt>
                <c:pt idx="84">
                  <c:v>0.0830008008237044</c:v>
                </c:pt>
                <c:pt idx="85">
                  <c:v>0.084000686420318</c:v>
                </c:pt>
                <c:pt idx="86">
                  <c:v>0.0850005720169317</c:v>
                </c:pt>
                <c:pt idx="87">
                  <c:v>0.0860016016474088</c:v>
                </c:pt>
                <c:pt idx="88">
                  <c:v>0.0870014872440224</c:v>
                </c:pt>
                <c:pt idx="89">
                  <c:v>0.0880013728406361</c:v>
                </c:pt>
                <c:pt idx="90">
                  <c:v>0.0890012584372497</c:v>
                </c:pt>
                <c:pt idx="91">
                  <c:v>0.0900011440338634</c:v>
                </c:pt>
                <c:pt idx="92">
                  <c:v>0.0910010296304771</c:v>
                </c:pt>
                <c:pt idx="93">
                  <c:v>0.0920009152270907</c:v>
                </c:pt>
                <c:pt idx="94">
                  <c:v>0.0930008008237044</c:v>
                </c:pt>
                <c:pt idx="95">
                  <c:v>0.094000686420318</c:v>
                </c:pt>
                <c:pt idx="96">
                  <c:v>0.0950005720169317</c:v>
                </c:pt>
                <c:pt idx="97">
                  <c:v>0.0960016016474088</c:v>
                </c:pt>
                <c:pt idx="98">
                  <c:v>0.0970014872440224</c:v>
                </c:pt>
                <c:pt idx="99">
                  <c:v>0.0980013728406361</c:v>
                </c:pt>
                <c:pt idx="100">
                  <c:v>0.0990012584372497</c:v>
                </c:pt>
                <c:pt idx="101">
                  <c:v>0.100001144033863</c:v>
                </c:pt>
                <c:pt idx="102">
                  <c:v>0.101001029630477</c:v>
                </c:pt>
                <c:pt idx="103">
                  <c:v>0.102000915227091</c:v>
                </c:pt>
                <c:pt idx="104">
                  <c:v>0.103000800823704</c:v>
                </c:pt>
                <c:pt idx="105">
                  <c:v>0.104000686420318</c:v>
                </c:pt>
                <c:pt idx="106">
                  <c:v>0.105000572016932</c:v>
                </c:pt>
                <c:pt idx="107">
                  <c:v>0.106000457613545</c:v>
                </c:pt>
                <c:pt idx="108">
                  <c:v>0.107001487244022</c:v>
                </c:pt>
                <c:pt idx="109">
                  <c:v>0.108001372840636</c:v>
                </c:pt>
                <c:pt idx="110">
                  <c:v>0.10900125843725</c:v>
                </c:pt>
                <c:pt idx="111">
                  <c:v>0.110001144033863</c:v>
                </c:pt>
                <c:pt idx="112">
                  <c:v>0.111001029630477</c:v>
                </c:pt>
                <c:pt idx="113">
                  <c:v>0.112000915227091</c:v>
                </c:pt>
                <c:pt idx="114">
                  <c:v>0.113000800823704</c:v>
                </c:pt>
                <c:pt idx="115">
                  <c:v>0.114000686420318</c:v>
                </c:pt>
                <c:pt idx="116">
                  <c:v>0.115000572016932</c:v>
                </c:pt>
                <c:pt idx="117">
                  <c:v>0.116000457613545</c:v>
                </c:pt>
                <c:pt idx="118">
                  <c:v>0.117001487244022</c:v>
                </c:pt>
                <c:pt idx="119">
                  <c:v>0.118001372840636</c:v>
                </c:pt>
                <c:pt idx="120">
                  <c:v>0.11900125843725</c:v>
                </c:pt>
                <c:pt idx="121">
                  <c:v>0.120001144033863</c:v>
                </c:pt>
                <c:pt idx="122">
                  <c:v>0.121001029630477</c:v>
                </c:pt>
                <c:pt idx="123">
                  <c:v>0.122000915227091</c:v>
                </c:pt>
                <c:pt idx="124">
                  <c:v>0.123000800823704</c:v>
                </c:pt>
                <c:pt idx="125">
                  <c:v>0.124000686420318</c:v>
                </c:pt>
                <c:pt idx="126">
                  <c:v>0.125000572016932</c:v>
                </c:pt>
                <c:pt idx="127">
                  <c:v>0.126000457613545</c:v>
                </c:pt>
                <c:pt idx="128">
                  <c:v>0.127001487244022</c:v>
                </c:pt>
                <c:pt idx="129">
                  <c:v>0.128001372840636</c:v>
                </c:pt>
                <c:pt idx="130">
                  <c:v>0.12900125843725</c:v>
                </c:pt>
                <c:pt idx="131">
                  <c:v>0.130001144033863</c:v>
                </c:pt>
                <c:pt idx="132">
                  <c:v>0.131001029630477</c:v>
                </c:pt>
                <c:pt idx="133">
                  <c:v>0.132000915227091</c:v>
                </c:pt>
                <c:pt idx="134">
                  <c:v>0.133000800823704</c:v>
                </c:pt>
                <c:pt idx="135">
                  <c:v>0.134000686420318</c:v>
                </c:pt>
                <c:pt idx="136">
                  <c:v>0.135000572016932</c:v>
                </c:pt>
                <c:pt idx="137">
                  <c:v>0.136000457613545</c:v>
                </c:pt>
                <c:pt idx="138">
                  <c:v>0.137001487244022</c:v>
                </c:pt>
                <c:pt idx="139">
                  <c:v>0.138001372840636</c:v>
                </c:pt>
                <c:pt idx="140">
                  <c:v>0.13900125843725</c:v>
                </c:pt>
                <c:pt idx="141">
                  <c:v>0.140001144033863</c:v>
                </c:pt>
                <c:pt idx="142">
                  <c:v>0.141001029630477</c:v>
                </c:pt>
                <c:pt idx="143">
                  <c:v>0.142000915227091</c:v>
                </c:pt>
                <c:pt idx="144">
                  <c:v>0.143000800823704</c:v>
                </c:pt>
                <c:pt idx="145">
                  <c:v>0.144000686420318</c:v>
                </c:pt>
                <c:pt idx="146">
                  <c:v>0.145000572016932</c:v>
                </c:pt>
                <c:pt idx="147">
                  <c:v>0.146000457613545</c:v>
                </c:pt>
                <c:pt idx="148">
                  <c:v>0.147001487244022</c:v>
                </c:pt>
                <c:pt idx="149">
                  <c:v>0.148001372840636</c:v>
                </c:pt>
                <c:pt idx="150">
                  <c:v>0.14900125843725</c:v>
                </c:pt>
                <c:pt idx="151">
                  <c:v>0.150001144033863</c:v>
                </c:pt>
                <c:pt idx="152">
                  <c:v>0.151001029630477</c:v>
                </c:pt>
                <c:pt idx="153">
                  <c:v>0.152000915227091</c:v>
                </c:pt>
                <c:pt idx="154">
                  <c:v>0.153000800823704</c:v>
                </c:pt>
                <c:pt idx="155">
                  <c:v>0.154000686420318</c:v>
                </c:pt>
                <c:pt idx="156">
                  <c:v>0.155000572016932</c:v>
                </c:pt>
                <c:pt idx="157">
                  <c:v>0.156000457613545</c:v>
                </c:pt>
                <c:pt idx="158">
                  <c:v>0.157001487244022</c:v>
                </c:pt>
                <c:pt idx="159">
                  <c:v>0.158001372840636</c:v>
                </c:pt>
                <c:pt idx="160">
                  <c:v>0.15900125843725</c:v>
                </c:pt>
                <c:pt idx="161">
                  <c:v>0.160001144033863</c:v>
                </c:pt>
                <c:pt idx="162">
                  <c:v>0.161001029630477</c:v>
                </c:pt>
                <c:pt idx="163">
                  <c:v>0.162000915227091</c:v>
                </c:pt>
                <c:pt idx="164">
                  <c:v>0.163000800823704</c:v>
                </c:pt>
                <c:pt idx="165">
                  <c:v>0.164000686420318</c:v>
                </c:pt>
                <c:pt idx="166">
                  <c:v>0.165000572016932</c:v>
                </c:pt>
                <c:pt idx="167">
                  <c:v>0.166000457613545</c:v>
                </c:pt>
                <c:pt idx="168">
                  <c:v>0.167001487244022</c:v>
                </c:pt>
                <c:pt idx="169">
                  <c:v>0.168001372840636</c:v>
                </c:pt>
                <c:pt idx="170">
                  <c:v>0.16900125843725</c:v>
                </c:pt>
                <c:pt idx="171">
                  <c:v>0.170001144033863</c:v>
                </c:pt>
                <c:pt idx="172">
                  <c:v>0.171001029630477</c:v>
                </c:pt>
                <c:pt idx="173">
                  <c:v>0.172000915227091</c:v>
                </c:pt>
                <c:pt idx="174">
                  <c:v>0.173000800823704</c:v>
                </c:pt>
                <c:pt idx="175">
                  <c:v>0.174000686420318</c:v>
                </c:pt>
                <c:pt idx="176">
                  <c:v>0.175000572016932</c:v>
                </c:pt>
                <c:pt idx="177">
                  <c:v>0.176000457613545</c:v>
                </c:pt>
                <c:pt idx="178">
                  <c:v>0.177001487244022</c:v>
                </c:pt>
                <c:pt idx="179">
                  <c:v>0.178001372840636</c:v>
                </c:pt>
                <c:pt idx="180">
                  <c:v>0.17900125843725</c:v>
                </c:pt>
                <c:pt idx="181">
                  <c:v>0.180001144033863</c:v>
                </c:pt>
                <c:pt idx="182">
                  <c:v>0.181001029630477</c:v>
                </c:pt>
                <c:pt idx="183">
                  <c:v>0.182000915227091</c:v>
                </c:pt>
                <c:pt idx="184">
                  <c:v>0.183000800823704</c:v>
                </c:pt>
                <c:pt idx="185">
                  <c:v>0.184000686420318</c:v>
                </c:pt>
                <c:pt idx="186">
                  <c:v>0.185000572016932</c:v>
                </c:pt>
                <c:pt idx="187">
                  <c:v>0.186000457613545</c:v>
                </c:pt>
                <c:pt idx="188">
                  <c:v>0.187001487244022</c:v>
                </c:pt>
                <c:pt idx="189">
                  <c:v>0.188001372840636</c:v>
                </c:pt>
                <c:pt idx="190">
                  <c:v>0.18900125843725</c:v>
                </c:pt>
                <c:pt idx="191">
                  <c:v>0.190001144033863</c:v>
                </c:pt>
                <c:pt idx="192">
                  <c:v>0.191001029630477</c:v>
                </c:pt>
                <c:pt idx="193">
                  <c:v>0.192000915227091</c:v>
                </c:pt>
                <c:pt idx="194">
                  <c:v>0.193000800823704</c:v>
                </c:pt>
                <c:pt idx="195">
                  <c:v>0.194000686420318</c:v>
                </c:pt>
                <c:pt idx="196">
                  <c:v>0.195000572016932</c:v>
                </c:pt>
                <c:pt idx="197">
                  <c:v>0.196000457613545</c:v>
                </c:pt>
                <c:pt idx="198">
                  <c:v>0.197001487244022</c:v>
                </c:pt>
                <c:pt idx="199">
                  <c:v>0.198001372840636</c:v>
                </c:pt>
                <c:pt idx="200">
                  <c:v>0.19900125843725</c:v>
                </c:pt>
                <c:pt idx="201">
                  <c:v>0.200001144033863</c:v>
                </c:pt>
                <c:pt idx="202">
                  <c:v>0.201001029630477</c:v>
                </c:pt>
                <c:pt idx="203">
                  <c:v>0.202000915227091</c:v>
                </c:pt>
                <c:pt idx="204">
                  <c:v>0.203000800823704</c:v>
                </c:pt>
                <c:pt idx="205">
                  <c:v>0.204000686420318</c:v>
                </c:pt>
                <c:pt idx="206">
                  <c:v>0.205000572016932</c:v>
                </c:pt>
                <c:pt idx="207">
                  <c:v>0.206000457613545</c:v>
                </c:pt>
                <c:pt idx="208">
                  <c:v>0.207000343210159</c:v>
                </c:pt>
                <c:pt idx="209">
                  <c:v>0.208001372840636</c:v>
                </c:pt>
                <c:pt idx="210">
                  <c:v>0.20900125843725</c:v>
                </c:pt>
                <c:pt idx="211">
                  <c:v>0.210001144033863</c:v>
                </c:pt>
                <c:pt idx="212">
                  <c:v>0.211001029630477</c:v>
                </c:pt>
                <c:pt idx="213">
                  <c:v>0.212000915227091</c:v>
                </c:pt>
                <c:pt idx="214">
                  <c:v>0.213000800823704</c:v>
                </c:pt>
                <c:pt idx="215">
                  <c:v>0.214000686420318</c:v>
                </c:pt>
                <c:pt idx="216">
                  <c:v>0.215000572016932</c:v>
                </c:pt>
                <c:pt idx="217">
                  <c:v>0.216000457613545</c:v>
                </c:pt>
                <c:pt idx="218">
                  <c:v>0.217000343210159</c:v>
                </c:pt>
                <c:pt idx="219">
                  <c:v>0.218001372840636</c:v>
                </c:pt>
                <c:pt idx="220">
                  <c:v>0.21900125843725</c:v>
                </c:pt>
                <c:pt idx="221">
                  <c:v>0.220001144033863</c:v>
                </c:pt>
                <c:pt idx="222">
                  <c:v>0.221001029630477</c:v>
                </c:pt>
                <c:pt idx="223">
                  <c:v>0.222000915227091</c:v>
                </c:pt>
                <c:pt idx="224">
                  <c:v>0.223000800823704</c:v>
                </c:pt>
                <c:pt idx="225">
                  <c:v>0.224000686420318</c:v>
                </c:pt>
                <c:pt idx="226">
                  <c:v>0.225000572016932</c:v>
                </c:pt>
                <c:pt idx="227">
                  <c:v>0.226000457613545</c:v>
                </c:pt>
                <c:pt idx="228">
                  <c:v>0.227000343210159</c:v>
                </c:pt>
                <c:pt idx="229">
                  <c:v>0.228001372840636</c:v>
                </c:pt>
                <c:pt idx="230">
                  <c:v>0.22900125843725</c:v>
                </c:pt>
                <c:pt idx="231">
                  <c:v>0.230001144033863</c:v>
                </c:pt>
                <c:pt idx="232">
                  <c:v>0.231001029630477</c:v>
                </c:pt>
                <c:pt idx="233">
                  <c:v>0.232000915227091</c:v>
                </c:pt>
                <c:pt idx="234">
                  <c:v>0.233000800823704</c:v>
                </c:pt>
                <c:pt idx="235">
                  <c:v>0.234000686420318</c:v>
                </c:pt>
                <c:pt idx="236">
                  <c:v>0.235000572016932</c:v>
                </c:pt>
                <c:pt idx="237">
                  <c:v>0.236000457613545</c:v>
                </c:pt>
                <c:pt idx="238">
                  <c:v>0.237000343210159</c:v>
                </c:pt>
                <c:pt idx="239">
                  <c:v>0.238001372840636</c:v>
                </c:pt>
                <c:pt idx="240">
                  <c:v>0.23900125843725</c:v>
                </c:pt>
                <c:pt idx="241">
                  <c:v>0.240001144033863</c:v>
                </c:pt>
                <c:pt idx="242">
                  <c:v>0.241001029630477</c:v>
                </c:pt>
                <c:pt idx="243">
                  <c:v>0.242000915227091</c:v>
                </c:pt>
                <c:pt idx="244">
                  <c:v>0.243000800823704</c:v>
                </c:pt>
                <c:pt idx="245">
                  <c:v>0.244000686420318</c:v>
                </c:pt>
                <c:pt idx="246">
                  <c:v>0.245000572016932</c:v>
                </c:pt>
                <c:pt idx="247">
                  <c:v>0.246000457613545</c:v>
                </c:pt>
                <c:pt idx="248">
                  <c:v>0.247000343210159</c:v>
                </c:pt>
                <c:pt idx="249">
                  <c:v>0.248001372840636</c:v>
                </c:pt>
                <c:pt idx="250">
                  <c:v>0.24900125843725</c:v>
                </c:pt>
                <c:pt idx="251">
                  <c:v>0.250001144033863</c:v>
                </c:pt>
                <c:pt idx="252">
                  <c:v>0.251001029630477</c:v>
                </c:pt>
                <c:pt idx="253">
                  <c:v>0.252000915227091</c:v>
                </c:pt>
                <c:pt idx="254">
                  <c:v>0.253000800823704</c:v>
                </c:pt>
                <c:pt idx="255">
                  <c:v>0.254000686420318</c:v>
                </c:pt>
                <c:pt idx="256">
                  <c:v>0.255000572016932</c:v>
                </c:pt>
                <c:pt idx="257">
                  <c:v>0.256000457613545</c:v>
                </c:pt>
                <c:pt idx="258">
                  <c:v>0.257000343210159</c:v>
                </c:pt>
                <c:pt idx="259">
                  <c:v>0.258001372840636</c:v>
                </c:pt>
                <c:pt idx="260">
                  <c:v>0.25900125843725</c:v>
                </c:pt>
                <c:pt idx="261">
                  <c:v>0.260001144033863</c:v>
                </c:pt>
                <c:pt idx="262">
                  <c:v>0.261001029630477</c:v>
                </c:pt>
                <c:pt idx="263">
                  <c:v>0.262000915227091</c:v>
                </c:pt>
                <c:pt idx="264">
                  <c:v>0.263000800823704</c:v>
                </c:pt>
                <c:pt idx="265">
                  <c:v>0.264000686420318</c:v>
                </c:pt>
                <c:pt idx="266">
                  <c:v>0.265000572016932</c:v>
                </c:pt>
                <c:pt idx="267">
                  <c:v>0.266000457613545</c:v>
                </c:pt>
                <c:pt idx="268">
                  <c:v>0.267000343210159</c:v>
                </c:pt>
                <c:pt idx="269">
                  <c:v>0.268001372840636</c:v>
                </c:pt>
                <c:pt idx="270">
                  <c:v>0.26900125843725</c:v>
                </c:pt>
                <c:pt idx="271">
                  <c:v>0.270001144033863</c:v>
                </c:pt>
                <c:pt idx="272">
                  <c:v>0.271001029630477</c:v>
                </c:pt>
                <c:pt idx="273">
                  <c:v>0.272000915227091</c:v>
                </c:pt>
                <c:pt idx="274">
                  <c:v>0.273000800823704</c:v>
                </c:pt>
                <c:pt idx="275">
                  <c:v>0.274000686420318</c:v>
                </c:pt>
                <c:pt idx="276">
                  <c:v>0.275000572016932</c:v>
                </c:pt>
                <c:pt idx="277">
                  <c:v>0.276000457613545</c:v>
                </c:pt>
                <c:pt idx="278">
                  <c:v>0.277000343210159</c:v>
                </c:pt>
                <c:pt idx="279">
                  <c:v>0.278001372840636</c:v>
                </c:pt>
                <c:pt idx="280">
                  <c:v>0.27900125843725</c:v>
                </c:pt>
                <c:pt idx="281">
                  <c:v>0.280001144033863</c:v>
                </c:pt>
                <c:pt idx="282">
                  <c:v>0.281001029630477</c:v>
                </c:pt>
                <c:pt idx="283">
                  <c:v>0.282000915227091</c:v>
                </c:pt>
                <c:pt idx="284">
                  <c:v>0.283000800823704</c:v>
                </c:pt>
                <c:pt idx="285">
                  <c:v>0.284000686420318</c:v>
                </c:pt>
                <c:pt idx="286">
                  <c:v>0.285000572016932</c:v>
                </c:pt>
                <c:pt idx="287">
                  <c:v>0.286000457613545</c:v>
                </c:pt>
                <c:pt idx="288">
                  <c:v>0.287000343210159</c:v>
                </c:pt>
                <c:pt idx="289">
                  <c:v>0.288001372840636</c:v>
                </c:pt>
                <c:pt idx="290">
                  <c:v>0.28900125843725</c:v>
                </c:pt>
                <c:pt idx="291">
                  <c:v>0.290001144033863</c:v>
                </c:pt>
                <c:pt idx="292">
                  <c:v>0.291001029630477</c:v>
                </c:pt>
                <c:pt idx="293">
                  <c:v>0.292000915227091</c:v>
                </c:pt>
                <c:pt idx="294">
                  <c:v>0.293000800823704</c:v>
                </c:pt>
                <c:pt idx="295">
                  <c:v>0.294000686420318</c:v>
                </c:pt>
                <c:pt idx="296">
                  <c:v>0.295000572016932</c:v>
                </c:pt>
                <c:pt idx="297">
                  <c:v>0.296000457613545</c:v>
                </c:pt>
                <c:pt idx="298">
                  <c:v>0.297000343210159</c:v>
                </c:pt>
                <c:pt idx="299">
                  <c:v>0.298001372840636</c:v>
                </c:pt>
                <c:pt idx="300">
                  <c:v>0.29900125843725</c:v>
                </c:pt>
                <c:pt idx="301">
                  <c:v>0.300001144033863</c:v>
                </c:pt>
                <c:pt idx="302">
                  <c:v>0.301001029630477</c:v>
                </c:pt>
                <c:pt idx="303">
                  <c:v>0.302000915227091</c:v>
                </c:pt>
                <c:pt idx="304">
                  <c:v>0.303000800823704</c:v>
                </c:pt>
                <c:pt idx="305">
                  <c:v>0.304000686420318</c:v>
                </c:pt>
                <c:pt idx="306">
                  <c:v>0.305000572016932</c:v>
                </c:pt>
                <c:pt idx="307">
                  <c:v>0.306000457613545</c:v>
                </c:pt>
                <c:pt idx="308">
                  <c:v>0.307000343210159</c:v>
                </c:pt>
                <c:pt idx="309">
                  <c:v>0.308000228806773</c:v>
                </c:pt>
                <c:pt idx="310">
                  <c:v>0.30900125843725</c:v>
                </c:pt>
                <c:pt idx="311">
                  <c:v>0.310001144033863</c:v>
                </c:pt>
                <c:pt idx="312">
                  <c:v>0.311001029630477</c:v>
                </c:pt>
                <c:pt idx="313">
                  <c:v>0.312000915227091</c:v>
                </c:pt>
                <c:pt idx="314">
                  <c:v>0.313000800823704</c:v>
                </c:pt>
                <c:pt idx="315">
                  <c:v>0.314000686420318</c:v>
                </c:pt>
                <c:pt idx="316">
                  <c:v>0.315000572016932</c:v>
                </c:pt>
                <c:pt idx="317">
                  <c:v>0.316000457613545</c:v>
                </c:pt>
                <c:pt idx="318">
                  <c:v>0.317000343210159</c:v>
                </c:pt>
                <c:pt idx="319">
                  <c:v>0.318000228806773</c:v>
                </c:pt>
                <c:pt idx="320">
                  <c:v>0.31900125843725</c:v>
                </c:pt>
                <c:pt idx="321">
                  <c:v>0.320001144033863</c:v>
                </c:pt>
                <c:pt idx="322">
                  <c:v>0.321001029630477</c:v>
                </c:pt>
                <c:pt idx="323">
                  <c:v>0.322000915227091</c:v>
                </c:pt>
                <c:pt idx="324">
                  <c:v>0.323000800823704</c:v>
                </c:pt>
                <c:pt idx="325">
                  <c:v>0.324000686420318</c:v>
                </c:pt>
                <c:pt idx="326">
                  <c:v>0.325000572016932</c:v>
                </c:pt>
                <c:pt idx="327">
                  <c:v>0.326000457613545</c:v>
                </c:pt>
                <c:pt idx="328">
                  <c:v>0.327000343210159</c:v>
                </c:pt>
                <c:pt idx="329">
                  <c:v>0.328000228806773</c:v>
                </c:pt>
                <c:pt idx="330">
                  <c:v>0.32900125843725</c:v>
                </c:pt>
                <c:pt idx="331">
                  <c:v>0.330001144033863</c:v>
                </c:pt>
                <c:pt idx="332">
                  <c:v>0.331001029630477</c:v>
                </c:pt>
                <c:pt idx="333">
                  <c:v>0.332000915227091</c:v>
                </c:pt>
                <c:pt idx="334">
                  <c:v>0.333000800823704</c:v>
                </c:pt>
                <c:pt idx="335">
                  <c:v>0.334000686420318</c:v>
                </c:pt>
                <c:pt idx="336">
                  <c:v>0.335000572016932</c:v>
                </c:pt>
                <c:pt idx="337">
                  <c:v>0.336000457613545</c:v>
                </c:pt>
                <c:pt idx="338">
                  <c:v>0.337000343210159</c:v>
                </c:pt>
                <c:pt idx="339">
                  <c:v>0.338000228806773</c:v>
                </c:pt>
                <c:pt idx="340">
                  <c:v>0.33900125843725</c:v>
                </c:pt>
                <c:pt idx="341">
                  <c:v>0.340001144033863</c:v>
                </c:pt>
                <c:pt idx="342">
                  <c:v>0.341001029630477</c:v>
                </c:pt>
                <c:pt idx="343">
                  <c:v>0.342000915227091</c:v>
                </c:pt>
                <c:pt idx="344">
                  <c:v>0.343000800823704</c:v>
                </c:pt>
                <c:pt idx="345">
                  <c:v>0.344000686420318</c:v>
                </c:pt>
                <c:pt idx="346">
                  <c:v>0.345000572016932</c:v>
                </c:pt>
                <c:pt idx="347">
                  <c:v>0.346000457613545</c:v>
                </c:pt>
                <c:pt idx="348">
                  <c:v>0.347000343210159</c:v>
                </c:pt>
                <c:pt idx="349">
                  <c:v>0.348000228806773</c:v>
                </c:pt>
                <c:pt idx="350">
                  <c:v>0.34900125843725</c:v>
                </c:pt>
                <c:pt idx="351">
                  <c:v>0.350001144033863</c:v>
                </c:pt>
                <c:pt idx="352">
                  <c:v>0.351001029630477</c:v>
                </c:pt>
                <c:pt idx="353">
                  <c:v>0.352000915227091</c:v>
                </c:pt>
                <c:pt idx="354">
                  <c:v>0.353000800823704</c:v>
                </c:pt>
                <c:pt idx="355">
                  <c:v>0.354000686420318</c:v>
                </c:pt>
                <c:pt idx="356">
                  <c:v>0.355000572016932</c:v>
                </c:pt>
                <c:pt idx="357">
                  <c:v>0.356000457613545</c:v>
                </c:pt>
                <c:pt idx="358">
                  <c:v>0.357000343210159</c:v>
                </c:pt>
                <c:pt idx="359">
                  <c:v>0.358000228806773</c:v>
                </c:pt>
                <c:pt idx="360">
                  <c:v>0.35900125843725</c:v>
                </c:pt>
                <c:pt idx="361">
                  <c:v>0.360001144033863</c:v>
                </c:pt>
                <c:pt idx="362">
                  <c:v>0.361001029630477</c:v>
                </c:pt>
                <c:pt idx="363">
                  <c:v>0.362000915227091</c:v>
                </c:pt>
                <c:pt idx="364">
                  <c:v>0.363000800823704</c:v>
                </c:pt>
                <c:pt idx="365">
                  <c:v>0.364000686420318</c:v>
                </c:pt>
                <c:pt idx="366">
                  <c:v>0.365000572016932</c:v>
                </c:pt>
                <c:pt idx="367">
                  <c:v>0.366000457613545</c:v>
                </c:pt>
                <c:pt idx="368">
                  <c:v>0.367000343210159</c:v>
                </c:pt>
                <c:pt idx="369">
                  <c:v>0.368000228806773</c:v>
                </c:pt>
                <c:pt idx="370">
                  <c:v>0.36900125843725</c:v>
                </c:pt>
                <c:pt idx="371">
                  <c:v>0.370001144033863</c:v>
                </c:pt>
                <c:pt idx="372">
                  <c:v>0.371001029630477</c:v>
                </c:pt>
                <c:pt idx="373">
                  <c:v>0.372000915227091</c:v>
                </c:pt>
                <c:pt idx="374">
                  <c:v>0.373000800823704</c:v>
                </c:pt>
                <c:pt idx="375">
                  <c:v>0.374000686420318</c:v>
                </c:pt>
                <c:pt idx="376">
                  <c:v>0.375000572016932</c:v>
                </c:pt>
                <c:pt idx="377">
                  <c:v>0.376000457613545</c:v>
                </c:pt>
                <c:pt idx="378">
                  <c:v>0.377000343210159</c:v>
                </c:pt>
                <c:pt idx="379">
                  <c:v>0.378000228806773</c:v>
                </c:pt>
                <c:pt idx="380">
                  <c:v>0.37900125843725</c:v>
                </c:pt>
                <c:pt idx="381">
                  <c:v>0.380001144033863</c:v>
                </c:pt>
                <c:pt idx="382">
                  <c:v>0.381001029630477</c:v>
                </c:pt>
                <c:pt idx="383">
                  <c:v>0.382000915227091</c:v>
                </c:pt>
                <c:pt idx="384">
                  <c:v>0.383000800823704</c:v>
                </c:pt>
                <c:pt idx="385">
                  <c:v>0.384000686420318</c:v>
                </c:pt>
                <c:pt idx="386">
                  <c:v>0.385000572016932</c:v>
                </c:pt>
                <c:pt idx="387">
                  <c:v>0.386000457613545</c:v>
                </c:pt>
                <c:pt idx="388">
                  <c:v>0.387000343210159</c:v>
                </c:pt>
                <c:pt idx="389">
                  <c:v>0.388000228806773</c:v>
                </c:pt>
                <c:pt idx="390">
                  <c:v>0.38900125843725</c:v>
                </c:pt>
                <c:pt idx="391">
                  <c:v>0.390001144033863</c:v>
                </c:pt>
                <c:pt idx="392">
                  <c:v>0.391001029630477</c:v>
                </c:pt>
                <c:pt idx="393">
                  <c:v>0.392000915227091</c:v>
                </c:pt>
                <c:pt idx="394">
                  <c:v>0.393000800823704</c:v>
                </c:pt>
                <c:pt idx="395">
                  <c:v>0.394000686420318</c:v>
                </c:pt>
                <c:pt idx="396">
                  <c:v>0.395000572016932</c:v>
                </c:pt>
                <c:pt idx="397">
                  <c:v>0.396000457613545</c:v>
                </c:pt>
                <c:pt idx="398">
                  <c:v>0.397000343210159</c:v>
                </c:pt>
                <c:pt idx="399">
                  <c:v>0.398000228806773</c:v>
                </c:pt>
                <c:pt idx="400">
                  <c:v>0.39900125843725</c:v>
                </c:pt>
                <c:pt idx="401">
                  <c:v>0.400001144033863</c:v>
                </c:pt>
                <c:pt idx="402">
                  <c:v>0.401001029630477</c:v>
                </c:pt>
                <c:pt idx="403">
                  <c:v>0.402000915227091</c:v>
                </c:pt>
                <c:pt idx="404">
                  <c:v>0.403000800823704</c:v>
                </c:pt>
                <c:pt idx="405">
                  <c:v>0.404000686420318</c:v>
                </c:pt>
                <c:pt idx="406">
                  <c:v>0.405000572016932</c:v>
                </c:pt>
                <c:pt idx="407">
                  <c:v>0.406000457613545</c:v>
                </c:pt>
                <c:pt idx="408">
                  <c:v>0.407000343210159</c:v>
                </c:pt>
                <c:pt idx="409">
                  <c:v>0.408000228806773</c:v>
                </c:pt>
                <c:pt idx="410">
                  <c:v>0.409000114403386</c:v>
                </c:pt>
                <c:pt idx="411">
                  <c:v>0.410001144033863</c:v>
                </c:pt>
                <c:pt idx="412">
                  <c:v>0.411001029630477</c:v>
                </c:pt>
                <c:pt idx="413">
                  <c:v>0.412000915227091</c:v>
                </c:pt>
                <c:pt idx="414">
                  <c:v>0.413000800823704</c:v>
                </c:pt>
                <c:pt idx="415">
                  <c:v>0.414000686420318</c:v>
                </c:pt>
                <c:pt idx="416">
                  <c:v>0.415000572016932</c:v>
                </c:pt>
                <c:pt idx="417">
                  <c:v>0.416000457613545</c:v>
                </c:pt>
                <c:pt idx="418">
                  <c:v>0.417000343210159</c:v>
                </c:pt>
                <c:pt idx="419">
                  <c:v>0.418000228806773</c:v>
                </c:pt>
                <c:pt idx="420">
                  <c:v>0.419000114403386</c:v>
                </c:pt>
                <c:pt idx="421">
                  <c:v>0.420001144033863</c:v>
                </c:pt>
                <c:pt idx="422">
                  <c:v>0.421001029630477</c:v>
                </c:pt>
                <c:pt idx="423">
                  <c:v>0.422000915227091</c:v>
                </c:pt>
                <c:pt idx="424">
                  <c:v>0.423000800823704</c:v>
                </c:pt>
                <c:pt idx="425">
                  <c:v>0.424000686420318</c:v>
                </c:pt>
                <c:pt idx="426">
                  <c:v>0.425000572016932</c:v>
                </c:pt>
                <c:pt idx="427">
                  <c:v>0.426000457613545</c:v>
                </c:pt>
                <c:pt idx="428">
                  <c:v>0.427000343210159</c:v>
                </c:pt>
                <c:pt idx="429">
                  <c:v>0.428000228806773</c:v>
                </c:pt>
                <c:pt idx="430">
                  <c:v>0.429000114403386</c:v>
                </c:pt>
                <c:pt idx="431">
                  <c:v>0.430001144033863</c:v>
                </c:pt>
                <c:pt idx="432">
                  <c:v>0.431001029630477</c:v>
                </c:pt>
                <c:pt idx="433">
                  <c:v>0.432000915227091</c:v>
                </c:pt>
                <c:pt idx="434">
                  <c:v>0.433000800823704</c:v>
                </c:pt>
                <c:pt idx="435">
                  <c:v>0.434000686420318</c:v>
                </c:pt>
                <c:pt idx="436">
                  <c:v>0.435000572016932</c:v>
                </c:pt>
                <c:pt idx="437">
                  <c:v>0.436000457613545</c:v>
                </c:pt>
                <c:pt idx="438">
                  <c:v>0.437000343210159</c:v>
                </c:pt>
                <c:pt idx="439">
                  <c:v>0.438000228806773</c:v>
                </c:pt>
                <c:pt idx="440">
                  <c:v>0.439000114403386</c:v>
                </c:pt>
                <c:pt idx="441">
                  <c:v>0.440001144033863</c:v>
                </c:pt>
                <c:pt idx="442">
                  <c:v>0.441001029630477</c:v>
                </c:pt>
                <c:pt idx="443">
                  <c:v>0.442000915227091</c:v>
                </c:pt>
                <c:pt idx="444">
                  <c:v>0.443000800823704</c:v>
                </c:pt>
                <c:pt idx="445">
                  <c:v>0.444000686420318</c:v>
                </c:pt>
                <c:pt idx="446">
                  <c:v>0.445000572016932</c:v>
                </c:pt>
                <c:pt idx="447">
                  <c:v>0.446000457613545</c:v>
                </c:pt>
                <c:pt idx="448">
                  <c:v>0.447000343210159</c:v>
                </c:pt>
                <c:pt idx="449">
                  <c:v>0.448000228806773</c:v>
                </c:pt>
                <c:pt idx="450">
                  <c:v>0.449000114403386</c:v>
                </c:pt>
                <c:pt idx="451">
                  <c:v>0.450001144033863</c:v>
                </c:pt>
                <c:pt idx="452">
                  <c:v>0.451001029630477</c:v>
                </c:pt>
                <c:pt idx="453">
                  <c:v>0.452000915227091</c:v>
                </c:pt>
                <c:pt idx="454">
                  <c:v>0.453000800823704</c:v>
                </c:pt>
                <c:pt idx="455">
                  <c:v>0.454000686420318</c:v>
                </c:pt>
                <c:pt idx="456">
                  <c:v>0.455000572016932</c:v>
                </c:pt>
                <c:pt idx="457">
                  <c:v>0.456000457613545</c:v>
                </c:pt>
                <c:pt idx="458">
                  <c:v>0.457000343210159</c:v>
                </c:pt>
                <c:pt idx="459">
                  <c:v>0.458000228806773</c:v>
                </c:pt>
                <c:pt idx="460">
                  <c:v>0.459000114403386</c:v>
                </c:pt>
                <c:pt idx="461">
                  <c:v>0.460001144033863</c:v>
                </c:pt>
                <c:pt idx="462">
                  <c:v>0.461001029630477</c:v>
                </c:pt>
                <c:pt idx="463">
                  <c:v>0.462000915227091</c:v>
                </c:pt>
                <c:pt idx="464">
                  <c:v>0.463000800823704</c:v>
                </c:pt>
                <c:pt idx="465">
                  <c:v>0.464000686420318</c:v>
                </c:pt>
                <c:pt idx="466">
                  <c:v>0.465000572016932</c:v>
                </c:pt>
                <c:pt idx="467">
                  <c:v>0.466000457613545</c:v>
                </c:pt>
                <c:pt idx="468">
                  <c:v>0.467000343210159</c:v>
                </c:pt>
                <c:pt idx="469">
                  <c:v>0.468000228806773</c:v>
                </c:pt>
                <c:pt idx="470">
                  <c:v>0.469000114403386</c:v>
                </c:pt>
                <c:pt idx="471">
                  <c:v>0.470001144033863</c:v>
                </c:pt>
                <c:pt idx="472">
                  <c:v>0.471001029630477</c:v>
                </c:pt>
                <c:pt idx="473">
                  <c:v>0.472000915227091</c:v>
                </c:pt>
                <c:pt idx="474">
                  <c:v>0.473000800823704</c:v>
                </c:pt>
                <c:pt idx="475">
                  <c:v>0.474000686420318</c:v>
                </c:pt>
                <c:pt idx="476">
                  <c:v>0.475000572016932</c:v>
                </c:pt>
                <c:pt idx="477">
                  <c:v>0.476000457613545</c:v>
                </c:pt>
                <c:pt idx="478">
                  <c:v>0.477000343210159</c:v>
                </c:pt>
                <c:pt idx="479">
                  <c:v>0.478000228806773</c:v>
                </c:pt>
                <c:pt idx="480">
                  <c:v>0.479000114403386</c:v>
                </c:pt>
                <c:pt idx="481">
                  <c:v>0.480001144033863</c:v>
                </c:pt>
                <c:pt idx="482">
                  <c:v>0.481001029630477</c:v>
                </c:pt>
                <c:pt idx="483">
                  <c:v>0.482000915227091</c:v>
                </c:pt>
                <c:pt idx="484">
                  <c:v>0.483000800823704</c:v>
                </c:pt>
                <c:pt idx="485">
                  <c:v>0.484000686420318</c:v>
                </c:pt>
                <c:pt idx="486">
                  <c:v>0.485000572016932</c:v>
                </c:pt>
                <c:pt idx="487">
                  <c:v>0.486000457613545</c:v>
                </c:pt>
                <c:pt idx="488">
                  <c:v>0.487000343210159</c:v>
                </c:pt>
                <c:pt idx="489">
                  <c:v>0.488000228806773</c:v>
                </c:pt>
                <c:pt idx="490">
                  <c:v>0.489000114403386</c:v>
                </c:pt>
                <c:pt idx="491">
                  <c:v>0.490001144033863</c:v>
                </c:pt>
                <c:pt idx="492">
                  <c:v>0.491001029630477</c:v>
                </c:pt>
                <c:pt idx="493">
                  <c:v>0.492000915227091</c:v>
                </c:pt>
                <c:pt idx="494">
                  <c:v>0.493000800823704</c:v>
                </c:pt>
                <c:pt idx="495">
                  <c:v>0.494000686420318</c:v>
                </c:pt>
                <c:pt idx="496">
                  <c:v>0.495000572016932</c:v>
                </c:pt>
                <c:pt idx="497">
                  <c:v>0.496000457613545</c:v>
                </c:pt>
                <c:pt idx="498">
                  <c:v>0.497000343210159</c:v>
                </c:pt>
                <c:pt idx="499">
                  <c:v>0.498000228806773</c:v>
                </c:pt>
                <c:pt idx="500">
                  <c:v>0.499000114403386</c:v>
                </c:pt>
                <c:pt idx="501">
                  <c:v>0.500001144033863</c:v>
                </c:pt>
                <c:pt idx="502">
                  <c:v>0.501001029630477</c:v>
                </c:pt>
                <c:pt idx="503">
                  <c:v>0.502000915227091</c:v>
                </c:pt>
                <c:pt idx="504">
                  <c:v>0.503000800823704</c:v>
                </c:pt>
                <c:pt idx="505">
                  <c:v>0.504000686420318</c:v>
                </c:pt>
                <c:pt idx="506">
                  <c:v>0.505000572016932</c:v>
                </c:pt>
                <c:pt idx="507">
                  <c:v>0.506000457613545</c:v>
                </c:pt>
                <c:pt idx="508">
                  <c:v>0.507000343210159</c:v>
                </c:pt>
                <c:pt idx="509">
                  <c:v>0.508000228806773</c:v>
                </c:pt>
                <c:pt idx="510">
                  <c:v>0.509000114403386</c:v>
                </c:pt>
                <c:pt idx="511">
                  <c:v>0.51</c:v>
                </c:pt>
                <c:pt idx="512">
                  <c:v>0.511001029630477</c:v>
                </c:pt>
                <c:pt idx="513">
                  <c:v>0.512000915227091</c:v>
                </c:pt>
                <c:pt idx="514">
                  <c:v>0.513000800823704</c:v>
                </c:pt>
                <c:pt idx="515">
                  <c:v>0.514000686420318</c:v>
                </c:pt>
                <c:pt idx="516">
                  <c:v>0.515000572016932</c:v>
                </c:pt>
                <c:pt idx="517">
                  <c:v>0.516000457613545</c:v>
                </c:pt>
                <c:pt idx="518">
                  <c:v>0.517000343210159</c:v>
                </c:pt>
                <c:pt idx="519">
                  <c:v>0.518000228806773</c:v>
                </c:pt>
                <c:pt idx="520">
                  <c:v>0.519000114403386</c:v>
                </c:pt>
                <c:pt idx="521">
                  <c:v>0.52</c:v>
                </c:pt>
                <c:pt idx="522">
                  <c:v>0.521001029630477</c:v>
                </c:pt>
                <c:pt idx="523">
                  <c:v>0.522000915227091</c:v>
                </c:pt>
                <c:pt idx="524">
                  <c:v>0.523000800823704</c:v>
                </c:pt>
                <c:pt idx="525">
                  <c:v>0.524000686420318</c:v>
                </c:pt>
                <c:pt idx="526">
                  <c:v>0.525000572016932</c:v>
                </c:pt>
                <c:pt idx="527">
                  <c:v>0.526000457613545</c:v>
                </c:pt>
                <c:pt idx="528">
                  <c:v>0.527000343210159</c:v>
                </c:pt>
                <c:pt idx="529">
                  <c:v>0.528000228806773</c:v>
                </c:pt>
                <c:pt idx="530">
                  <c:v>0.529000114403386</c:v>
                </c:pt>
                <c:pt idx="531">
                  <c:v>0.53</c:v>
                </c:pt>
                <c:pt idx="532">
                  <c:v>0.531001029630477</c:v>
                </c:pt>
                <c:pt idx="533">
                  <c:v>0.532000915227091</c:v>
                </c:pt>
                <c:pt idx="534">
                  <c:v>0.533000800823704</c:v>
                </c:pt>
                <c:pt idx="535">
                  <c:v>0.534000686420318</c:v>
                </c:pt>
                <c:pt idx="536">
                  <c:v>0.535000572016932</c:v>
                </c:pt>
                <c:pt idx="537">
                  <c:v>0.536000457613545</c:v>
                </c:pt>
                <c:pt idx="538">
                  <c:v>0.537000343210159</c:v>
                </c:pt>
                <c:pt idx="539">
                  <c:v>0.538000228806773</c:v>
                </c:pt>
                <c:pt idx="540">
                  <c:v>0.539000114403386</c:v>
                </c:pt>
                <c:pt idx="541">
                  <c:v>0.54</c:v>
                </c:pt>
                <c:pt idx="542">
                  <c:v>0.541001029630477</c:v>
                </c:pt>
                <c:pt idx="543">
                  <c:v>0.542000915227091</c:v>
                </c:pt>
                <c:pt idx="544">
                  <c:v>0.543000800823704</c:v>
                </c:pt>
                <c:pt idx="545">
                  <c:v>0.544000686420318</c:v>
                </c:pt>
                <c:pt idx="546">
                  <c:v>0.545000572016932</c:v>
                </c:pt>
                <c:pt idx="547">
                  <c:v>0.546000457613545</c:v>
                </c:pt>
                <c:pt idx="548">
                  <c:v>0.547000343210159</c:v>
                </c:pt>
                <c:pt idx="549">
                  <c:v>0.548000228806773</c:v>
                </c:pt>
                <c:pt idx="550">
                  <c:v>0.549000114403386</c:v>
                </c:pt>
                <c:pt idx="551">
                  <c:v>0.55</c:v>
                </c:pt>
                <c:pt idx="552">
                  <c:v>0.551001029630477</c:v>
                </c:pt>
                <c:pt idx="553">
                  <c:v>0.552000915227091</c:v>
                </c:pt>
                <c:pt idx="554">
                  <c:v>0.553000800823704</c:v>
                </c:pt>
                <c:pt idx="555">
                  <c:v>0.554000686420318</c:v>
                </c:pt>
                <c:pt idx="556">
                  <c:v>0.555000572016932</c:v>
                </c:pt>
                <c:pt idx="557">
                  <c:v>0.556000457613545</c:v>
                </c:pt>
                <c:pt idx="558">
                  <c:v>0.557000343210159</c:v>
                </c:pt>
                <c:pt idx="559">
                  <c:v>0.558000228806773</c:v>
                </c:pt>
                <c:pt idx="560">
                  <c:v>0.559000114403386</c:v>
                </c:pt>
                <c:pt idx="561">
                  <c:v>0.56</c:v>
                </c:pt>
                <c:pt idx="562">
                  <c:v>0.561001029630477</c:v>
                </c:pt>
                <c:pt idx="563">
                  <c:v>0.562000915227091</c:v>
                </c:pt>
                <c:pt idx="564">
                  <c:v>0.563000800823704</c:v>
                </c:pt>
                <c:pt idx="565">
                  <c:v>0.564000686420318</c:v>
                </c:pt>
                <c:pt idx="566">
                  <c:v>0.565000572016932</c:v>
                </c:pt>
                <c:pt idx="567">
                  <c:v>0.566000457613545</c:v>
                </c:pt>
                <c:pt idx="568">
                  <c:v>0.567000343210159</c:v>
                </c:pt>
                <c:pt idx="569">
                  <c:v>0.568000228806773</c:v>
                </c:pt>
                <c:pt idx="570">
                  <c:v>0.569000114403386</c:v>
                </c:pt>
                <c:pt idx="571">
                  <c:v>0.57</c:v>
                </c:pt>
                <c:pt idx="572">
                  <c:v>0.571001029630477</c:v>
                </c:pt>
                <c:pt idx="573">
                  <c:v>0.572000915227091</c:v>
                </c:pt>
                <c:pt idx="574">
                  <c:v>0.573000800823704</c:v>
                </c:pt>
                <c:pt idx="575">
                  <c:v>0.574000686420318</c:v>
                </c:pt>
                <c:pt idx="576">
                  <c:v>0.575000572016932</c:v>
                </c:pt>
                <c:pt idx="577">
                  <c:v>0.576000457613545</c:v>
                </c:pt>
                <c:pt idx="578">
                  <c:v>0.577000343210159</c:v>
                </c:pt>
                <c:pt idx="579">
                  <c:v>0.578000228806773</c:v>
                </c:pt>
                <c:pt idx="580">
                  <c:v>0.579000114403386</c:v>
                </c:pt>
                <c:pt idx="581">
                  <c:v>0.58</c:v>
                </c:pt>
                <c:pt idx="582">
                  <c:v>0.581001029630477</c:v>
                </c:pt>
                <c:pt idx="583">
                  <c:v>0.582000915227091</c:v>
                </c:pt>
                <c:pt idx="584">
                  <c:v>0.583000800823704</c:v>
                </c:pt>
                <c:pt idx="585">
                  <c:v>0.584000686420318</c:v>
                </c:pt>
                <c:pt idx="586">
                  <c:v>0.585000572016932</c:v>
                </c:pt>
                <c:pt idx="587">
                  <c:v>0.586000457613545</c:v>
                </c:pt>
                <c:pt idx="588">
                  <c:v>0.587000343210159</c:v>
                </c:pt>
                <c:pt idx="589">
                  <c:v>0.588000228806773</c:v>
                </c:pt>
                <c:pt idx="590">
                  <c:v>0.589000114403386</c:v>
                </c:pt>
                <c:pt idx="591">
                  <c:v>0.59</c:v>
                </c:pt>
                <c:pt idx="592">
                  <c:v>0.591001029630477</c:v>
                </c:pt>
                <c:pt idx="593">
                  <c:v>0.592000915227091</c:v>
                </c:pt>
                <c:pt idx="594">
                  <c:v>0.593000800823704</c:v>
                </c:pt>
                <c:pt idx="595">
                  <c:v>0.594000686420318</c:v>
                </c:pt>
                <c:pt idx="596">
                  <c:v>0.595000572016932</c:v>
                </c:pt>
                <c:pt idx="597">
                  <c:v>0.596000457613545</c:v>
                </c:pt>
                <c:pt idx="598">
                  <c:v>0.597000343210159</c:v>
                </c:pt>
                <c:pt idx="599">
                  <c:v>0.598000228806773</c:v>
                </c:pt>
                <c:pt idx="600">
                  <c:v>0.599000114403386</c:v>
                </c:pt>
                <c:pt idx="601">
                  <c:v>0.6</c:v>
                </c:pt>
                <c:pt idx="602">
                  <c:v>0.600999885596614</c:v>
                </c:pt>
                <c:pt idx="603">
                  <c:v>0.602000915227091</c:v>
                </c:pt>
                <c:pt idx="604">
                  <c:v>0.603000800823704</c:v>
                </c:pt>
                <c:pt idx="605">
                  <c:v>0.604000686420318</c:v>
                </c:pt>
                <c:pt idx="606">
                  <c:v>0.605000572016932</c:v>
                </c:pt>
                <c:pt idx="607">
                  <c:v>0.606000457613545</c:v>
                </c:pt>
                <c:pt idx="608">
                  <c:v>0.607000343210159</c:v>
                </c:pt>
                <c:pt idx="609">
                  <c:v>0.608000228806773</c:v>
                </c:pt>
                <c:pt idx="610">
                  <c:v>0.609000114403386</c:v>
                </c:pt>
                <c:pt idx="611">
                  <c:v>0.61</c:v>
                </c:pt>
                <c:pt idx="612">
                  <c:v>0.610999885596614</c:v>
                </c:pt>
                <c:pt idx="613">
                  <c:v>0.612000915227091</c:v>
                </c:pt>
                <c:pt idx="614">
                  <c:v>0.613000800823704</c:v>
                </c:pt>
                <c:pt idx="615">
                  <c:v>0.614000686420318</c:v>
                </c:pt>
                <c:pt idx="616">
                  <c:v>0.615000572016932</c:v>
                </c:pt>
                <c:pt idx="617">
                  <c:v>0.616000457613545</c:v>
                </c:pt>
                <c:pt idx="618">
                  <c:v>0.617000343210159</c:v>
                </c:pt>
                <c:pt idx="619">
                  <c:v>0.618000228806773</c:v>
                </c:pt>
                <c:pt idx="620">
                  <c:v>0.619000114403386</c:v>
                </c:pt>
                <c:pt idx="621">
                  <c:v>0.62</c:v>
                </c:pt>
                <c:pt idx="622">
                  <c:v>0.620999885596614</c:v>
                </c:pt>
                <c:pt idx="623">
                  <c:v>0.622000915227091</c:v>
                </c:pt>
                <c:pt idx="624">
                  <c:v>0.623000800823704</c:v>
                </c:pt>
                <c:pt idx="625">
                  <c:v>0.624000686420318</c:v>
                </c:pt>
                <c:pt idx="626">
                  <c:v>0.625000572016932</c:v>
                </c:pt>
                <c:pt idx="627">
                  <c:v>0.626000457613545</c:v>
                </c:pt>
                <c:pt idx="628">
                  <c:v>0.627000343210159</c:v>
                </c:pt>
                <c:pt idx="629">
                  <c:v>0.628000228806773</c:v>
                </c:pt>
                <c:pt idx="630">
                  <c:v>0.629000114403386</c:v>
                </c:pt>
                <c:pt idx="631">
                  <c:v>0.63</c:v>
                </c:pt>
                <c:pt idx="632">
                  <c:v>0.630999885596614</c:v>
                </c:pt>
                <c:pt idx="633">
                  <c:v>0.632000915227091</c:v>
                </c:pt>
                <c:pt idx="634">
                  <c:v>0.633000800823704</c:v>
                </c:pt>
                <c:pt idx="635">
                  <c:v>0.634000686420318</c:v>
                </c:pt>
                <c:pt idx="636">
                  <c:v>0.635000572016932</c:v>
                </c:pt>
                <c:pt idx="637">
                  <c:v>0.636000457613545</c:v>
                </c:pt>
                <c:pt idx="638">
                  <c:v>0.637000343210159</c:v>
                </c:pt>
                <c:pt idx="639">
                  <c:v>0.638000228806773</c:v>
                </c:pt>
                <c:pt idx="640">
                  <c:v>0.639000114403386</c:v>
                </c:pt>
                <c:pt idx="641">
                  <c:v>0.64</c:v>
                </c:pt>
                <c:pt idx="642">
                  <c:v>0.640999885596614</c:v>
                </c:pt>
                <c:pt idx="643">
                  <c:v>0.642000915227091</c:v>
                </c:pt>
                <c:pt idx="644">
                  <c:v>0.643000800823704</c:v>
                </c:pt>
                <c:pt idx="645">
                  <c:v>0.644000686420318</c:v>
                </c:pt>
                <c:pt idx="646">
                  <c:v>0.645000572016932</c:v>
                </c:pt>
                <c:pt idx="647">
                  <c:v>0.646000457613545</c:v>
                </c:pt>
                <c:pt idx="648">
                  <c:v>0.647000343210159</c:v>
                </c:pt>
                <c:pt idx="649">
                  <c:v>0.648000228806773</c:v>
                </c:pt>
                <c:pt idx="650">
                  <c:v>0.649000114403386</c:v>
                </c:pt>
                <c:pt idx="651">
                  <c:v>0.65</c:v>
                </c:pt>
                <c:pt idx="652">
                  <c:v>0.650999885596614</c:v>
                </c:pt>
                <c:pt idx="653">
                  <c:v>0.652000915227091</c:v>
                </c:pt>
                <c:pt idx="654">
                  <c:v>0.653000800823704</c:v>
                </c:pt>
                <c:pt idx="655">
                  <c:v>0.654000686420318</c:v>
                </c:pt>
                <c:pt idx="656">
                  <c:v>0.655000572016932</c:v>
                </c:pt>
                <c:pt idx="657">
                  <c:v>0.656000457613545</c:v>
                </c:pt>
                <c:pt idx="658">
                  <c:v>0.657000343210159</c:v>
                </c:pt>
                <c:pt idx="659">
                  <c:v>0.658000228806773</c:v>
                </c:pt>
                <c:pt idx="660">
                  <c:v>0.659000114403386</c:v>
                </c:pt>
                <c:pt idx="661">
                  <c:v>0.66</c:v>
                </c:pt>
                <c:pt idx="662">
                  <c:v>0.660999885596614</c:v>
                </c:pt>
                <c:pt idx="663">
                  <c:v>0.662000915227091</c:v>
                </c:pt>
                <c:pt idx="664">
                  <c:v>0.663000800823704</c:v>
                </c:pt>
                <c:pt idx="665">
                  <c:v>0.664000686420318</c:v>
                </c:pt>
                <c:pt idx="666">
                  <c:v>0.665000572016932</c:v>
                </c:pt>
                <c:pt idx="667">
                  <c:v>0.666000457613545</c:v>
                </c:pt>
                <c:pt idx="668">
                  <c:v>0.667000343210159</c:v>
                </c:pt>
                <c:pt idx="669">
                  <c:v>0.668000228806773</c:v>
                </c:pt>
                <c:pt idx="670">
                  <c:v>0.669000114403386</c:v>
                </c:pt>
                <c:pt idx="671">
                  <c:v>0.67</c:v>
                </c:pt>
                <c:pt idx="672">
                  <c:v>0.670999885596614</c:v>
                </c:pt>
                <c:pt idx="673">
                  <c:v>0.672000915227091</c:v>
                </c:pt>
                <c:pt idx="674">
                  <c:v>0.673000800823704</c:v>
                </c:pt>
                <c:pt idx="675">
                  <c:v>0.674000686420318</c:v>
                </c:pt>
                <c:pt idx="676">
                  <c:v>0.675000572016932</c:v>
                </c:pt>
                <c:pt idx="677">
                  <c:v>0.676000457613545</c:v>
                </c:pt>
                <c:pt idx="678">
                  <c:v>0.677000343210159</c:v>
                </c:pt>
                <c:pt idx="679">
                  <c:v>0.678000228806773</c:v>
                </c:pt>
                <c:pt idx="680">
                  <c:v>0.679000114403386</c:v>
                </c:pt>
                <c:pt idx="681">
                  <c:v>0.68</c:v>
                </c:pt>
                <c:pt idx="682">
                  <c:v>0.680999885596614</c:v>
                </c:pt>
                <c:pt idx="683">
                  <c:v>0.682000915227091</c:v>
                </c:pt>
                <c:pt idx="684">
                  <c:v>0.683000800823704</c:v>
                </c:pt>
                <c:pt idx="685">
                  <c:v>0.684000686420318</c:v>
                </c:pt>
                <c:pt idx="686">
                  <c:v>0.685000572016932</c:v>
                </c:pt>
                <c:pt idx="687">
                  <c:v>0.686000457613545</c:v>
                </c:pt>
                <c:pt idx="688">
                  <c:v>0.687000343210159</c:v>
                </c:pt>
                <c:pt idx="689">
                  <c:v>0.688000228806773</c:v>
                </c:pt>
                <c:pt idx="690">
                  <c:v>0.689000114403386</c:v>
                </c:pt>
                <c:pt idx="691">
                  <c:v>0.69</c:v>
                </c:pt>
                <c:pt idx="692">
                  <c:v>0.690999885596614</c:v>
                </c:pt>
                <c:pt idx="693">
                  <c:v>0.692000915227091</c:v>
                </c:pt>
                <c:pt idx="694">
                  <c:v>0.693000800823704</c:v>
                </c:pt>
                <c:pt idx="695">
                  <c:v>0.694000686420318</c:v>
                </c:pt>
                <c:pt idx="696">
                  <c:v>0.695000572016932</c:v>
                </c:pt>
                <c:pt idx="697">
                  <c:v>0.696000457613545</c:v>
                </c:pt>
                <c:pt idx="698">
                  <c:v>0.697000343210159</c:v>
                </c:pt>
                <c:pt idx="699">
                  <c:v>0.698000228806773</c:v>
                </c:pt>
                <c:pt idx="700">
                  <c:v>0.699000114403386</c:v>
                </c:pt>
                <c:pt idx="701">
                  <c:v>0.7</c:v>
                </c:pt>
                <c:pt idx="702">
                  <c:v>0.700999885596614</c:v>
                </c:pt>
                <c:pt idx="703">
                  <c:v>0.701999771193227</c:v>
                </c:pt>
                <c:pt idx="704">
                  <c:v>0.703000800823704</c:v>
                </c:pt>
                <c:pt idx="705">
                  <c:v>0.704000686420318</c:v>
                </c:pt>
                <c:pt idx="706">
                  <c:v>0.705000572016932</c:v>
                </c:pt>
                <c:pt idx="707">
                  <c:v>0.706000457613545</c:v>
                </c:pt>
                <c:pt idx="708">
                  <c:v>0.707000343210159</c:v>
                </c:pt>
                <c:pt idx="709">
                  <c:v>0.708000228806773</c:v>
                </c:pt>
                <c:pt idx="710">
                  <c:v>0.709000114403386</c:v>
                </c:pt>
                <c:pt idx="711">
                  <c:v>0.71</c:v>
                </c:pt>
                <c:pt idx="712">
                  <c:v>0.710999885596614</c:v>
                </c:pt>
                <c:pt idx="713">
                  <c:v>0.711999771193227</c:v>
                </c:pt>
                <c:pt idx="714">
                  <c:v>0.713000800823704</c:v>
                </c:pt>
                <c:pt idx="715">
                  <c:v>0.714000686420318</c:v>
                </c:pt>
                <c:pt idx="716">
                  <c:v>0.715000572016932</c:v>
                </c:pt>
                <c:pt idx="717">
                  <c:v>0.716000457613545</c:v>
                </c:pt>
                <c:pt idx="718">
                  <c:v>0.717000343210159</c:v>
                </c:pt>
                <c:pt idx="719">
                  <c:v>0.718000228806773</c:v>
                </c:pt>
                <c:pt idx="720">
                  <c:v>0.719000114403386</c:v>
                </c:pt>
                <c:pt idx="721">
                  <c:v>0.72</c:v>
                </c:pt>
                <c:pt idx="722">
                  <c:v>0.720999885596614</c:v>
                </c:pt>
                <c:pt idx="723">
                  <c:v>0.721999771193227</c:v>
                </c:pt>
                <c:pt idx="724">
                  <c:v>0.723000800823704</c:v>
                </c:pt>
                <c:pt idx="725">
                  <c:v>0.724000686420318</c:v>
                </c:pt>
                <c:pt idx="726">
                  <c:v>0.725000572016932</c:v>
                </c:pt>
                <c:pt idx="727">
                  <c:v>0.726000457613545</c:v>
                </c:pt>
                <c:pt idx="728">
                  <c:v>0.727000343210159</c:v>
                </c:pt>
                <c:pt idx="729">
                  <c:v>0.728000228806773</c:v>
                </c:pt>
                <c:pt idx="730">
                  <c:v>0.729000114403386</c:v>
                </c:pt>
                <c:pt idx="731">
                  <c:v>0.73</c:v>
                </c:pt>
                <c:pt idx="732">
                  <c:v>0.730999885596614</c:v>
                </c:pt>
                <c:pt idx="733">
                  <c:v>0.731999771193227</c:v>
                </c:pt>
                <c:pt idx="734">
                  <c:v>0.733000800823704</c:v>
                </c:pt>
                <c:pt idx="735">
                  <c:v>0.734000686420318</c:v>
                </c:pt>
                <c:pt idx="736">
                  <c:v>0.735000572016932</c:v>
                </c:pt>
                <c:pt idx="737">
                  <c:v>0.736000457613545</c:v>
                </c:pt>
                <c:pt idx="738">
                  <c:v>0.737000343210159</c:v>
                </c:pt>
                <c:pt idx="739">
                  <c:v>0.738000228806773</c:v>
                </c:pt>
                <c:pt idx="740">
                  <c:v>0.739000114403386</c:v>
                </c:pt>
                <c:pt idx="741">
                  <c:v>0.74</c:v>
                </c:pt>
                <c:pt idx="742">
                  <c:v>0.740999885596614</c:v>
                </c:pt>
                <c:pt idx="743">
                  <c:v>0.741999771193227</c:v>
                </c:pt>
                <c:pt idx="744">
                  <c:v>0.743000800823704</c:v>
                </c:pt>
                <c:pt idx="745">
                  <c:v>0.744000686420318</c:v>
                </c:pt>
                <c:pt idx="746">
                  <c:v>0.745000572016932</c:v>
                </c:pt>
                <c:pt idx="747">
                  <c:v>0.746000457613545</c:v>
                </c:pt>
                <c:pt idx="748">
                  <c:v>0.747000343210159</c:v>
                </c:pt>
                <c:pt idx="749">
                  <c:v>0.748000228806773</c:v>
                </c:pt>
                <c:pt idx="750">
                  <c:v>0.749000114403386</c:v>
                </c:pt>
                <c:pt idx="751">
                  <c:v>0.75</c:v>
                </c:pt>
                <c:pt idx="752">
                  <c:v>0.750999885596614</c:v>
                </c:pt>
                <c:pt idx="753">
                  <c:v>0.751999771193227</c:v>
                </c:pt>
                <c:pt idx="754">
                  <c:v>0.753000800823704</c:v>
                </c:pt>
                <c:pt idx="755">
                  <c:v>0.754000686420318</c:v>
                </c:pt>
                <c:pt idx="756">
                  <c:v>0.755000572016932</c:v>
                </c:pt>
                <c:pt idx="757">
                  <c:v>0.756000457613545</c:v>
                </c:pt>
                <c:pt idx="758">
                  <c:v>0.757000343210159</c:v>
                </c:pt>
                <c:pt idx="759">
                  <c:v>0.758000228806773</c:v>
                </c:pt>
                <c:pt idx="760">
                  <c:v>0.759000114403386</c:v>
                </c:pt>
                <c:pt idx="761">
                  <c:v>0.76</c:v>
                </c:pt>
                <c:pt idx="762">
                  <c:v>0.760999885596614</c:v>
                </c:pt>
                <c:pt idx="763">
                  <c:v>0.761999771193227</c:v>
                </c:pt>
                <c:pt idx="764">
                  <c:v>0.763000800823704</c:v>
                </c:pt>
                <c:pt idx="765">
                  <c:v>0.764000686420318</c:v>
                </c:pt>
                <c:pt idx="766">
                  <c:v>0.765000572016932</c:v>
                </c:pt>
                <c:pt idx="767">
                  <c:v>0.766000457613545</c:v>
                </c:pt>
                <c:pt idx="768">
                  <c:v>0.767000343210159</c:v>
                </c:pt>
                <c:pt idx="769">
                  <c:v>0.768000228806773</c:v>
                </c:pt>
                <c:pt idx="770">
                  <c:v>0.769000114403386</c:v>
                </c:pt>
                <c:pt idx="771">
                  <c:v>0.77</c:v>
                </c:pt>
                <c:pt idx="772">
                  <c:v>0.770999885596614</c:v>
                </c:pt>
                <c:pt idx="773">
                  <c:v>0.771999771193227</c:v>
                </c:pt>
                <c:pt idx="774">
                  <c:v>0.773000800823704</c:v>
                </c:pt>
                <c:pt idx="775">
                  <c:v>0.774000686420318</c:v>
                </c:pt>
                <c:pt idx="776">
                  <c:v>0.775000572016932</c:v>
                </c:pt>
                <c:pt idx="777">
                  <c:v>0.776000457613545</c:v>
                </c:pt>
                <c:pt idx="778">
                  <c:v>0.777000343210159</c:v>
                </c:pt>
                <c:pt idx="779">
                  <c:v>0.778000228806773</c:v>
                </c:pt>
                <c:pt idx="780">
                  <c:v>0.779000114403386</c:v>
                </c:pt>
                <c:pt idx="781">
                  <c:v>0.78</c:v>
                </c:pt>
                <c:pt idx="782">
                  <c:v>0.780999885596614</c:v>
                </c:pt>
                <c:pt idx="783">
                  <c:v>0.781999771193227</c:v>
                </c:pt>
                <c:pt idx="784">
                  <c:v>0.783000800823704</c:v>
                </c:pt>
                <c:pt idx="785">
                  <c:v>0.784000686420318</c:v>
                </c:pt>
                <c:pt idx="786">
                  <c:v>0.785000572016932</c:v>
                </c:pt>
                <c:pt idx="787">
                  <c:v>0.786000457613545</c:v>
                </c:pt>
                <c:pt idx="788">
                  <c:v>0.787000343210159</c:v>
                </c:pt>
                <c:pt idx="789">
                  <c:v>0.788000228806773</c:v>
                </c:pt>
                <c:pt idx="790">
                  <c:v>0.789000114403386</c:v>
                </c:pt>
                <c:pt idx="791">
                  <c:v>0.79</c:v>
                </c:pt>
                <c:pt idx="792">
                  <c:v>0.790999885596614</c:v>
                </c:pt>
                <c:pt idx="793">
                  <c:v>0.791999771193227</c:v>
                </c:pt>
                <c:pt idx="794">
                  <c:v>0.793000800823704</c:v>
                </c:pt>
                <c:pt idx="795">
                  <c:v>0.794000686420318</c:v>
                </c:pt>
                <c:pt idx="796">
                  <c:v>0.795000572016932</c:v>
                </c:pt>
                <c:pt idx="797">
                  <c:v>0.796000457613545</c:v>
                </c:pt>
                <c:pt idx="798">
                  <c:v>0.797000343210159</c:v>
                </c:pt>
                <c:pt idx="799">
                  <c:v>0.798000228806773</c:v>
                </c:pt>
                <c:pt idx="800">
                  <c:v>0.799000114403386</c:v>
                </c:pt>
                <c:pt idx="801">
                  <c:v>0.8</c:v>
                </c:pt>
                <c:pt idx="802">
                  <c:v>0.800999885596614</c:v>
                </c:pt>
                <c:pt idx="803">
                  <c:v>0.801999771193227</c:v>
                </c:pt>
                <c:pt idx="804">
                  <c:v>0.802999656789841</c:v>
                </c:pt>
                <c:pt idx="805">
                  <c:v>0.804000686420318</c:v>
                </c:pt>
                <c:pt idx="806">
                  <c:v>0.805000572016932</c:v>
                </c:pt>
                <c:pt idx="807">
                  <c:v>0.806000457613545</c:v>
                </c:pt>
                <c:pt idx="808">
                  <c:v>0.807000343210159</c:v>
                </c:pt>
                <c:pt idx="809">
                  <c:v>0.808000228806773</c:v>
                </c:pt>
                <c:pt idx="810">
                  <c:v>0.809000114403386</c:v>
                </c:pt>
                <c:pt idx="811">
                  <c:v>0.81</c:v>
                </c:pt>
                <c:pt idx="812">
                  <c:v>0.810999885596614</c:v>
                </c:pt>
                <c:pt idx="813">
                  <c:v>0.811999771193227</c:v>
                </c:pt>
                <c:pt idx="814">
                  <c:v>0.812999656789841</c:v>
                </c:pt>
                <c:pt idx="815">
                  <c:v>0.814000686420318</c:v>
                </c:pt>
                <c:pt idx="816">
                  <c:v>0.815000572016932</c:v>
                </c:pt>
                <c:pt idx="817">
                  <c:v>0.816000457613545</c:v>
                </c:pt>
                <c:pt idx="818">
                  <c:v>0.817000343210159</c:v>
                </c:pt>
                <c:pt idx="819">
                  <c:v>0.818000228806773</c:v>
                </c:pt>
                <c:pt idx="820">
                  <c:v>0.819000114403386</c:v>
                </c:pt>
                <c:pt idx="821">
                  <c:v>0.82</c:v>
                </c:pt>
                <c:pt idx="822">
                  <c:v>0.820999885596614</c:v>
                </c:pt>
                <c:pt idx="823">
                  <c:v>0.821999771193227</c:v>
                </c:pt>
                <c:pt idx="824">
                  <c:v>0.822999656789841</c:v>
                </c:pt>
                <c:pt idx="825">
                  <c:v>0.824000686420318</c:v>
                </c:pt>
                <c:pt idx="826">
                  <c:v>0.825000572016932</c:v>
                </c:pt>
                <c:pt idx="827">
                  <c:v>0.826000457613545</c:v>
                </c:pt>
                <c:pt idx="828">
                  <c:v>0.827000343210159</c:v>
                </c:pt>
                <c:pt idx="829">
                  <c:v>0.828000228806773</c:v>
                </c:pt>
                <c:pt idx="830">
                  <c:v>0.829000114403386</c:v>
                </c:pt>
                <c:pt idx="831">
                  <c:v>0.83</c:v>
                </c:pt>
                <c:pt idx="832">
                  <c:v>0.830999885596614</c:v>
                </c:pt>
                <c:pt idx="833">
                  <c:v>0.831999771193227</c:v>
                </c:pt>
                <c:pt idx="834">
                  <c:v>0.832999656789841</c:v>
                </c:pt>
                <c:pt idx="835">
                  <c:v>0.834000686420318</c:v>
                </c:pt>
                <c:pt idx="836">
                  <c:v>0.835000572016932</c:v>
                </c:pt>
                <c:pt idx="837">
                  <c:v>0.836000457613545</c:v>
                </c:pt>
                <c:pt idx="838">
                  <c:v>0.837000343210159</c:v>
                </c:pt>
                <c:pt idx="839">
                  <c:v>0.838000228806773</c:v>
                </c:pt>
                <c:pt idx="840">
                  <c:v>0.839000114403386</c:v>
                </c:pt>
                <c:pt idx="841">
                  <c:v>0.84</c:v>
                </c:pt>
                <c:pt idx="842">
                  <c:v>0.840999885596614</c:v>
                </c:pt>
                <c:pt idx="843">
                  <c:v>0.841999771193227</c:v>
                </c:pt>
                <c:pt idx="844">
                  <c:v>0.842999656789841</c:v>
                </c:pt>
                <c:pt idx="845">
                  <c:v>0.844000686420318</c:v>
                </c:pt>
                <c:pt idx="846">
                  <c:v>0.845000572016932</c:v>
                </c:pt>
                <c:pt idx="847">
                  <c:v>0.846000457613545</c:v>
                </c:pt>
                <c:pt idx="848">
                  <c:v>0.847000343210159</c:v>
                </c:pt>
                <c:pt idx="849">
                  <c:v>0.848000228806773</c:v>
                </c:pt>
                <c:pt idx="850">
                  <c:v>0.849000114403386</c:v>
                </c:pt>
                <c:pt idx="851">
                  <c:v>0.85</c:v>
                </c:pt>
                <c:pt idx="852">
                  <c:v>0.850999885596614</c:v>
                </c:pt>
                <c:pt idx="853">
                  <c:v>0.851999771193227</c:v>
                </c:pt>
                <c:pt idx="854">
                  <c:v>0.852999656789841</c:v>
                </c:pt>
                <c:pt idx="855">
                  <c:v>0.854000686420318</c:v>
                </c:pt>
                <c:pt idx="856">
                  <c:v>0.855000572016932</c:v>
                </c:pt>
                <c:pt idx="857">
                  <c:v>0.856000457613545</c:v>
                </c:pt>
                <c:pt idx="858">
                  <c:v>0.857000343210159</c:v>
                </c:pt>
                <c:pt idx="859">
                  <c:v>0.858000228806773</c:v>
                </c:pt>
                <c:pt idx="860">
                  <c:v>0.859000114403386</c:v>
                </c:pt>
                <c:pt idx="861">
                  <c:v>0.86</c:v>
                </c:pt>
                <c:pt idx="862">
                  <c:v>0.860999885596614</c:v>
                </c:pt>
                <c:pt idx="863">
                  <c:v>0.861999771193227</c:v>
                </c:pt>
                <c:pt idx="864">
                  <c:v>0.862999656789841</c:v>
                </c:pt>
                <c:pt idx="865">
                  <c:v>0.864000686420318</c:v>
                </c:pt>
                <c:pt idx="866">
                  <c:v>0.865000572016932</c:v>
                </c:pt>
                <c:pt idx="867">
                  <c:v>0.866000457613545</c:v>
                </c:pt>
                <c:pt idx="868">
                  <c:v>0.867000343210159</c:v>
                </c:pt>
                <c:pt idx="869">
                  <c:v>0.868000228806773</c:v>
                </c:pt>
                <c:pt idx="870">
                  <c:v>0.869000114403386</c:v>
                </c:pt>
                <c:pt idx="871">
                  <c:v>0.87</c:v>
                </c:pt>
                <c:pt idx="872">
                  <c:v>0.870999885596614</c:v>
                </c:pt>
                <c:pt idx="873">
                  <c:v>0.871999771193227</c:v>
                </c:pt>
                <c:pt idx="874">
                  <c:v>0.872999656789841</c:v>
                </c:pt>
                <c:pt idx="875">
                  <c:v>0.874000686420318</c:v>
                </c:pt>
                <c:pt idx="876">
                  <c:v>0.875000572016932</c:v>
                </c:pt>
                <c:pt idx="877">
                  <c:v>0.876000457613545</c:v>
                </c:pt>
                <c:pt idx="878">
                  <c:v>0.877000343210159</c:v>
                </c:pt>
                <c:pt idx="879">
                  <c:v>0.878000228806773</c:v>
                </c:pt>
                <c:pt idx="880">
                  <c:v>0.879000114403386</c:v>
                </c:pt>
                <c:pt idx="881">
                  <c:v>0.88</c:v>
                </c:pt>
                <c:pt idx="882">
                  <c:v>0.880999885596614</c:v>
                </c:pt>
                <c:pt idx="883">
                  <c:v>0.881999771193227</c:v>
                </c:pt>
                <c:pt idx="884">
                  <c:v>0.882999656789841</c:v>
                </c:pt>
                <c:pt idx="885">
                  <c:v>0.884000686420318</c:v>
                </c:pt>
                <c:pt idx="886">
                  <c:v>0.885000572016932</c:v>
                </c:pt>
                <c:pt idx="887">
                  <c:v>0.886000457613545</c:v>
                </c:pt>
                <c:pt idx="888">
                  <c:v>0.887000343210159</c:v>
                </c:pt>
                <c:pt idx="889">
                  <c:v>0.888000228806773</c:v>
                </c:pt>
                <c:pt idx="890">
                  <c:v>0.889000114403386</c:v>
                </c:pt>
                <c:pt idx="891">
                  <c:v>0.89</c:v>
                </c:pt>
                <c:pt idx="892">
                  <c:v>0.890999885596614</c:v>
                </c:pt>
                <c:pt idx="893">
                  <c:v>0.891999771193227</c:v>
                </c:pt>
                <c:pt idx="894">
                  <c:v>0.892999656789841</c:v>
                </c:pt>
                <c:pt idx="895">
                  <c:v>0.894000686420318</c:v>
                </c:pt>
                <c:pt idx="896">
                  <c:v>0.895000572016932</c:v>
                </c:pt>
                <c:pt idx="897">
                  <c:v>0.896000457613545</c:v>
                </c:pt>
                <c:pt idx="898">
                  <c:v>0.897000343210159</c:v>
                </c:pt>
                <c:pt idx="899">
                  <c:v>0.898000228806773</c:v>
                </c:pt>
                <c:pt idx="900">
                  <c:v>0.899000114403386</c:v>
                </c:pt>
                <c:pt idx="901">
                  <c:v>0.9</c:v>
                </c:pt>
                <c:pt idx="902">
                  <c:v>0.900999885596614</c:v>
                </c:pt>
                <c:pt idx="903">
                  <c:v>0.901999771193227</c:v>
                </c:pt>
                <c:pt idx="904">
                  <c:v>0.902999656789841</c:v>
                </c:pt>
                <c:pt idx="905">
                  <c:v>0.903999542386455</c:v>
                </c:pt>
                <c:pt idx="906">
                  <c:v>0.905000572016932</c:v>
                </c:pt>
                <c:pt idx="907">
                  <c:v>0.906000457613545</c:v>
                </c:pt>
                <c:pt idx="908">
                  <c:v>0.907000343210159</c:v>
                </c:pt>
                <c:pt idx="909">
                  <c:v>0.908000228806773</c:v>
                </c:pt>
                <c:pt idx="910">
                  <c:v>0.909000114403386</c:v>
                </c:pt>
                <c:pt idx="911">
                  <c:v>0.91</c:v>
                </c:pt>
                <c:pt idx="912">
                  <c:v>0.910999885596614</c:v>
                </c:pt>
                <c:pt idx="913">
                  <c:v>0.911999771193227</c:v>
                </c:pt>
                <c:pt idx="914">
                  <c:v>0.912999656789841</c:v>
                </c:pt>
                <c:pt idx="915">
                  <c:v>0.913999542386455</c:v>
                </c:pt>
                <c:pt idx="916">
                  <c:v>0.915000572016932</c:v>
                </c:pt>
                <c:pt idx="917">
                  <c:v>0.916000457613545</c:v>
                </c:pt>
                <c:pt idx="918">
                  <c:v>0.917000343210159</c:v>
                </c:pt>
                <c:pt idx="919">
                  <c:v>0.918000228806773</c:v>
                </c:pt>
                <c:pt idx="920">
                  <c:v>0.919000114403386</c:v>
                </c:pt>
                <c:pt idx="921">
                  <c:v>0.92</c:v>
                </c:pt>
                <c:pt idx="922">
                  <c:v>0.920999885596614</c:v>
                </c:pt>
                <c:pt idx="923">
                  <c:v>0.921999771193227</c:v>
                </c:pt>
                <c:pt idx="924">
                  <c:v>0.922999656789841</c:v>
                </c:pt>
                <c:pt idx="925">
                  <c:v>0.923999542386455</c:v>
                </c:pt>
                <c:pt idx="926">
                  <c:v>0.925000572016932</c:v>
                </c:pt>
                <c:pt idx="927">
                  <c:v>0.926000457613545</c:v>
                </c:pt>
                <c:pt idx="928">
                  <c:v>0.927000343210159</c:v>
                </c:pt>
                <c:pt idx="929">
                  <c:v>0.928000228806773</c:v>
                </c:pt>
                <c:pt idx="930">
                  <c:v>0.929000114403386</c:v>
                </c:pt>
                <c:pt idx="931">
                  <c:v>0.93</c:v>
                </c:pt>
                <c:pt idx="932">
                  <c:v>0.930999885596614</c:v>
                </c:pt>
                <c:pt idx="933">
                  <c:v>0.931999771193227</c:v>
                </c:pt>
                <c:pt idx="934">
                  <c:v>0.932999656789841</c:v>
                </c:pt>
                <c:pt idx="935">
                  <c:v>0.933999542386455</c:v>
                </c:pt>
                <c:pt idx="936">
                  <c:v>0.935000572016932</c:v>
                </c:pt>
                <c:pt idx="937">
                  <c:v>0.936000457613545</c:v>
                </c:pt>
                <c:pt idx="938">
                  <c:v>0.937000343210159</c:v>
                </c:pt>
                <c:pt idx="939">
                  <c:v>0.938000228806773</c:v>
                </c:pt>
                <c:pt idx="940">
                  <c:v>0.939000114403386</c:v>
                </c:pt>
                <c:pt idx="941">
                  <c:v>0.94</c:v>
                </c:pt>
                <c:pt idx="942">
                  <c:v>0.940999885596614</c:v>
                </c:pt>
                <c:pt idx="943">
                  <c:v>0.941999771193227</c:v>
                </c:pt>
                <c:pt idx="944">
                  <c:v>0.942999656789841</c:v>
                </c:pt>
                <c:pt idx="945">
                  <c:v>0.943999542386455</c:v>
                </c:pt>
                <c:pt idx="946">
                  <c:v>0.945000572016932</c:v>
                </c:pt>
                <c:pt idx="947">
                  <c:v>0.946000457613545</c:v>
                </c:pt>
                <c:pt idx="948">
                  <c:v>0.947000343210159</c:v>
                </c:pt>
                <c:pt idx="949">
                  <c:v>0.948000228806773</c:v>
                </c:pt>
                <c:pt idx="950">
                  <c:v>0.949000114403386</c:v>
                </c:pt>
                <c:pt idx="951">
                  <c:v>0.95</c:v>
                </c:pt>
                <c:pt idx="952">
                  <c:v>0.950999885596614</c:v>
                </c:pt>
                <c:pt idx="953">
                  <c:v>0.951999771193227</c:v>
                </c:pt>
                <c:pt idx="954">
                  <c:v>0.952999656789841</c:v>
                </c:pt>
                <c:pt idx="955">
                  <c:v>0.953999542386455</c:v>
                </c:pt>
                <c:pt idx="956">
                  <c:v>0.955000572016932</c:v>
                </c:pt>
                <c:pt idx="957">
                  <c:v>0.956000457613545</c:v>
                </c:pt>
                <c:pt idx="958">
                  <c:v>0.957000343210159</c:v>
                </c:pt>
                <c:pt idx="959">
                  <c:v>0.958000228806773</c:v>
                </c:pt>
                <c:pt idx="960">
                  <c:v>0.959000114403386</c:v>
                </c:pt>
                <c:pt idx="961">
                  <c:v>0.96</c:v>
                </c:pt>
                <c:pt idx="962">
                  <c:v>0.960999885596614</c:v>
                </c:pt>
                <c:pt idx="963">
                  <c:v>0.961999771193227</c:v>
                </c:pt>
                <c:pt idx="964">
                  <c:v>0.962999656789841</c:v>
                </c:pt>
                <c:pt idx="965">
                  <c:v>0.963999542386455</c:v>
                </c:pt>
                <c:pt idx="966">
                  <c:v>0.965000572016932</c:v>
                </c:pt>
                <c:pt idx="967">
                  <c:v>0.966000457613545</c:v>
                </c:pt>
                <c:pt idx="968">
                  <c:v>0.967000343210159</c:v>
                </c:pt>
                <c:pt idx="969">
                  <c:v>0.968000228806773</c:v>
                </c:pt>
                <c:pt idx="970">
                  <c:v>0.969000114403386</c:v>
                </c:pt>
                <c:pt idx="971">
                  <c:v>0.97</c:v>
                </c:pt>
                <c:pt idx="972">
                  <c:v>0.970999885596614</c:v>
                </c:pt>
                <c:pt idx="973">
                  <c:v>0.971999771193227</c:v>
                </c:pt>
                <c:pt idx="974">
                  <c:v>0.972999656789841</c:v>
                </c:pt>
                <c:pt idx="975">
                  <c:v>0.973999542386455</c:v>
                </c:pt>
                <c:pt idx="976">
                  <c:v>0.975000572016932</c:v>
                </c:pt>
                <c:pt idx="977">
                  <c:v>0.976000457613545</c:v>
                </c:pt>
                <c:pt idx="978">
                  <c:v>0.977000343210159</c:v>
                </c:pt>
                <c:pt idx="979">
                  <c:v>0.978000228806773</c:v>
                </c:pt>
                <c:pt idx="980">
                  <c:v>0.979000114403386</c:v>
                </c:pt>
                <c:pt idx="981">
                  <c:v>0.98</c:v>
                </c:pt>
                <c:pt idx="982">
                  <c:v>0.980999885596614</c:v>
                </c:pt>
                <c:pt idx="983">
                  <c:v>0.981999771193227</c:v>
                </c:pt>
                <c:pt idx="984">
                  <c:v>0.982999656789841</c:v>
                </c:pt>
                <c:pt idx="985">
                  <c:v>0.983999542386455</c:v>
                </c:pt>
                <c:pt idx="986">
                  <c:v>0.985000572016932</c:v>
                </c:pt>
                <c:pt idx="987">
                  <c:v>0.986000457613545</c:v>
                </c:pt>
                <c:pt idx="988">
                  <c:v>0.987000343210159</c:v>
                </c:pt>
                <c:pt idx="989">
                  <c:v>0.988000228806773</c:v>
                </c:pt>
                <c:pt idx="990">
                  <c:v>0.989000114403386</c:v>
                </c:pt>
                <c:pt idx="991">
                  <c:v>0.99</c:v>
                </c:pt>
                <c:pt idx="992">
                  <c:v>0.990999885596614</c:v>
                </c:pt>
                <c:pt idx="993">
                  <c:v>0.991999771193227</c:v>
                </c:pt>
                <c:pt idx="994">
                  <c:v>0.992999656789841</c:v>
                </c:pt>
                <c:pt idx="995">
                  <c:v>0.993999542386455</c:v>
                </c:pt>
                <c:pt idx="996">
                  <c:v>0.995000572016932</c:v>
                </c:pt>
                <c:pt idx="997">
                  <c:v>0.996000457613545</c:v>
                </c:pt>
                <c:pt idx="998">
                  <c:v>0.997000343210159</c:v>
                </c:pt>
                <c:pt idx="999">
                  <c:v>0.998000228806773</c:v>
                </c:pt>
                <c:pt idx="1000">
                  <c:v>0.999000114403386</c:v>
                </c:pt>
                <c:pt idx="1001">
                  <c:v>1</c:v>
                </c:pt>
              </c:numCache>
            </c:numRef>
          </c:yVal>
        </c:ser>
        <c:ser>
          <c:idx val="1"/>
          <c:order val="1"/>
          <c:tx>
            <c:v>28 GHz / 800 MHz</c:v>
          </c:tx>
          <c:spPr>
            <a:ln xmlns:a="http://schemas.openxmlformats.org/drawingml/2006/main" w="23813">
              <a:solidFill>
                <a:srgbClr val="C25924"/>
              </a:solidFill>
            </a:ln>
          </c:spPr>
          <c:marker>
            <c:symbol val="none"/>
          </c:marker>
          <c:xVal>
            <c:numRef>
              <c:f>'Chart Data'!$C$2:$C$1003</c:f>
              <c:numCache>
                <c:formatCode>General</c:formatCode>
                <c:ptCount val="1002"/>
                <c:pt idx="0">
                  <c:v>0.0145349002931711</c:v>
                </c:pt>
                <c:pt idx="1">
                  <c:v>0.0145349002931711</c:v>
                </c:pt>
                <c:pt idx="2">
                  <c:v>0.466164930876249</c:v>
                </c:pt>
                <c:pt idx="3">
                  <c:v>0.763652145098712</c:v>
                </c:pt>
                <c:pt idx="4">
                  <c:v>1.05289635607162</c:v>
                </c:pt>
                <c:pt idx="5">
                  <c:v>1.35720592875561</c:v>
                </c:pt>
                <c:pt idx="6">
                  <c:v>1.64647856649348</c:v>
                </c:pt>
                <c:pt idx="7">
                  <c:v>1.94282505225307</c:v>
                </c:pt>
                <c:pt idx="8">
                  <c:v>2.23473632304083</c:v>
                </c:pt>
                <c:pt idx="9">
                  <c:v>2.54979738032884</c:v>
                </c:pt>
                <c:pt idx="10">
                  <c:v>2.87825682570777</c:v>
                </c:pt>
                <c:pt idx="11">
                  <c:v>3.20955334799192</c:v>
                </c:pt>
                <c:pt idx="12">
                  <c:v>3.57844825444491</c:v>
                </c:pt>
                <c:pt idx="13">
                  <c:v>3.9620752821495</c:v>
                </c:pt>
                <c:pt idx="14">
                  <c:v>4.3404323022519</c:v>
                </c:pt>
                <c:pt idx="15">
                  <c:v>4.71160851101931</c:v>
                </c:pt>
                <c:pt idx="16">
                  <c:v>5.14778169962846</c:v>
                </c:pt>
                <c:pt idx="17">
                  <c:v>5.5556659244774</c:v>
                </c:pt>
                <c:pt idx="18">
                  <c:v>5.98760399824289</c:v>
                </c:pt>
                <c:pt idx="19">
                  <c:v>6.45234003638194</c:v>
                </c:pt>
                <c:pt idx="20">
                  <c:v>6.94695619547008</c:v>
                </c:pt>
                <c:pt idx="21">
                  <c:v>7.42864477716187</c:v>
                </c:pt>
                <c:pt idx="22">
                  <c:v>7.95771673134163</c:v>
                </c:pt>
                <c:pt idx="23">
                  <c:v>8.48383869729466</c:v>
                </c:pt>
                <c:pt idx="24">
                  <c:v>9.02447416543366</c:v>
                </c:pt>
                <c:pt idx="25">
                  <c:v>9.60134230322773</c:v>
                </c:pt>
                <c:pt idx="26">
                  <c:v>10.1978838067325</c:v>
                </c:pt>
                <c:pt idx="27">
                  <c:v>10.7934528559813</c:v>
                </c:pt>
                <c:pt idx="28">
                  <c:v>11.4438309016969</c:v>
                </c:pt>
                <c:pt idx="29">
                  <c:v>12.1080686491461</c:v>
                </c:pt>
                <c:pt idx="30">
                  <c:v>12.785240918471</c:v>
                </c:pt>
                <c:pt idx="31">
                  <c:v>13.536833116672</c:v>
                </c:pt>
                <c:pt idx="32">
                  <c:v>14.2492317094873</c:v>
                </c:pt>
                <c:pt idx="33">
                  <c:v>14.9969624947317</c:v>
                </c:pt>
                <c:pt idx="34">
                  <c:v>15.7314555748643</c:v>
                </c:pt>
                <c:pt idx="35">
                  <c:v>16.5055749204711</c:v>
                </c:pt>
                <c:pt idx="36">
                  <c:v>17.293858422608</c:v>
                </c:pt>
                <c:pt idx="37">
                  <c:v>18.1575330290461</c:v>
                </c:pt>
                <c:pt idx="38">
                  <c:v>18.9417715797916</c:v>
                </c:pt>
                <c:pt idx="39">
                  <c:v>19.8148545860362</c:v>
                </c:pt>
                <c:pt idx="40">
                  <c:v>20.7250523777453</c:v>
                </c:pt>
                <c:pt idx="41">
                  <c:v>21.7223825855621</c:v>
                </c:pt>
                <c:pt idx="42">
                  <c:v>22.6629563559316</c:v>
                </c:pt>
                <c:pt idx="43">
                  <c:v>23.679259520018</c:v>
                </c:pt>
                <c:pt idx="44">
                  <c:v>24.7229553924187</c:v>
                </c:pt>
                <c:pt idx="45">
                  <c:v>25.8038367758415</c:v>
                </c:pt>
                <c:pt idx="46">
                  <c:v>26.8857009131876</c:v>
                </c:pt>
                <c:pt idx="47">
                  <c:v>28.0143677529218</c:v>
                </c:pt>
                <c:pt idx="48">
                  <c:v>29.1583565156306</c:v>
                </c:pt>
                <c:pt idx="49">
                  <c:v>30.3355699077151</c:v>
                </c:pt>
                <c:pt idx="50">
                  <c:v>31.5731936897771</c:v>
                </c:pt>
                <c:pt idx="51">
                  <c:v>32.7768957253358</c:v>
                </c:pt>
                <c:pt idx="52">
                  <c:v>34.0446063044903</c:v>
                </c:pt>
                <c:pt idx="53">
                  <c:v>35.2954107248192</c:v>
                </c:pt>
                <c:pt idx="54">
                  <c:v>36.701165883604</c:v>
                </c:pt>
                <c:pt idx="55">
                  <c:v>38.1072840012355</c:v>
                </c:pt>
                <c:pt idx="56">
                  <c:v>39.4554867843391</c:v>
                </c:pt>
                <c:pt idx="57">
                  <c:v>40.8670970818444</c:v>
                </c:pt>
                <c:pt idx="58">
                  <c:v>42.3653028085521</c:v>
                </c:pt>
                <c:pt idx="59">
                  <c:v>43.836712639556</c:v>
                </c:pt>
                <c:pt idx="60">
                  <c:v>45.3582067956094</c:v>
                </c:pt>
                <c:pt idx="61">
                  <c:v>46.9304905142753</c:v>
                </c:pt>
                <c:pt idx="62">
                  <c:v>48.5755336623752</c:v>
                </c:pt>
                <c:pt idx="63">
                  <c:v>50.1324217066832</c:v>
                </c:pt>
                <c:pt idx="64">
                  <c:v>51.8247320613935</c:v>
                </c:pt>
                <c:pt idx="65">
                  <c:v>53.4656879303462</c:v>
                </c:pt>
                <c:pt idx="66">
                  <c:v>55.152366128852</c:v>
                </c:pt>
                <c:pt idx="67">
                  <c:v>56.9663912430572</c:v>
                </c:pt>
                <c:pt idx="68">
                  <c:v>58.7317892389578</c:v>
                </c:pt>
                <c:pt idx="69">
                  <c:v>60.6486934278388</c:v>
                </c:pt>
                <c:pt idx="70">
                  <c:v>62.620176150319</c:v>
                </c:pt>
                <c:pt idx="71">
                  <c:v>64.4980684088768</c:v>
                </c:pt>
                <c:pt idx="72">
                  <c:v>66.5377686006596</c:v>
                </c:pt>
                <c:pt idx="73">
                  <c:v>68.4419156330216</c:v>
                </c:pt>
                <c:pt idx="74">
                  <c:v>70.453494764949</c:v>
                </c:pt>
                <c:pt idx="75">
                  <c:v>72.5157491287713</c:v>
                </c:pt>
                <c:pt idx="76">
                  <c:v>74.581361058738</c:v>
                </c:pt>
                <c:pt idx="77">
                  <c:v>76.719754139607</c:v>
                </c:pt>
                <c:pt idx="78">
                  <c:v>78.9102299394974</c:v>
                </c:pt>
                <c:pt idx="79">
                  <c:v>81.2024268091473</c:v>
                </c:pt>
                <c:pt idx="80">
                  <c:v>83.393486486744</c:v>
                </c:pt>
                <c:pt idx="81">
                  <c:v>85.5997351259972</c:v>
                </c:pt>
                <c:pt idx="82">
                  <c:v>87.8460530646728</c:v>
                </c:pt>
                <c:pt idx="83">
                  <c:v>90.1956852590198</c:v>
                </c:pt>
                <c:pt idx="84">
                  <c:v>92.5052136555109</c:v>
                </c:pt>
                <c:pt idx="85">
                  <c:v>94.9054755459416</c:v>
                </c:pt>
                <c:pt idx="86">
                  <c:v>97.241332497292</c:v>
                </c:pt>
                <c:pt idx="87">
                  <c:v>99.7298623174286</c:v>
                </c:pt>
                <c:pt idx="88">
                  <c:v>102.097034090591</c:v>
                </c:pt>
                <c:pt idx="89">
                  <c:v>104.663100645656</c:v>
                </c:pt>
                <c:pt idx="90">
                  <c:v>107.047293889136</c:v>
                </c:pt>
                <c:pt idx="91">
                  <c:v>109.643091313595</c:v>
                </c:pt>
                <c:pt idx="92">
                  <c:v>112.224115477928</c:v>
                </c:pt>
                <c:pt idx="93">
                  <c:v>114.830303323347</c:v>
                </c:pt>
                <c:pt idx="94">
                  <c:v>117.410053722649</c:v>
                </c:pt>
                <c:pt idx="95">
                  <c:v>120.067350125351</c:v>
                </c:pt>
                <c:pt idx="96">
                  <c:v>122.742069533075</c:v>
                </c:pt>
                <c:pt idx="97">
                  <c:v>125.389289131438</c:v>
                </c:pt>
                <c:pt idx="98">
                  <c:v>128.089696250618</c:v>
                </c:pt>
                <c:pt idx="99">
                  <c:v>130.704793914695</c:v>
                </c:pt>
                <c:pt idx="100">
                  <c:v>133.525192417453</c:v>
                </c:pt>
                <c:pt idx="101">
                  <c:v>136.244188779293</c:v>
                </c:pt>
                <c:pt idx="102">
                  <c:v>139.208361724257</c:v>
                </c:pt>
                <c:pt idx="103">
                  <c:v>141.940034133734</c:v>
                </c:pt>
                <c:pt idx="104">
                  <c:v>144.799505238376</c:v>
                </c:pt>
                <c:pt idx="105">
                  <c:v>147.610698762844</c:v>
                </c:pt>
                <c:pt idx="106">
                  <c:v>150.415741286686</c:v>
                </c:pt>
                <c:pt idx="107">
                  <c:v>153.297184069683</c:v>
                </c:pt>
                <c:pt idx="108">
                  <c:v>156.164097945108</c:v>
                </c:pt>
                <c:pt idx="109">
                  <c:v>159.042572702077</c:v>
                </c:pt>
                <c:pt idx="110">
                  <c:v>161.956581109171</c:v>
                </c:pt>
                <c:pt idx="111">
                  <c:v>165.107536894355</c:v>
                </c:pt>
                <c:pt idx="112">
                  <c:v>168.12927715154</c:v>
                </c:pt>
                <c:pt idx="113">
                  <c:v>171.201776312023</c:v>
                </c:pt>
                <c:pt idx="114">
                  <c:v>174.286754618905</c:v>
                </c:pt>
                <c:pt idx="115">
                  <c:v>177.212872648101</c:v>
                </c:pt>
                <c:pt idx="116">
                  <c:v>180.124375367345</c:v>
                </c:pt>
                <c:pt idx="117">
                  <c:v>183.378398929589</c:v>
                </c:pt>
                <c:pt idx="118">
                  <c:v>186.419512905458</c:v>
                </c:pt>
                <c:pt idx="119">
                  <c:v>189.492996801574</c:v>
                </c:pt>
                <c:pt idx="120">
                  <c:v>192.452669314442</c:v>
                </c:pt>
                <c:pt idx="121">
                  <c:v>195.517496376433</c:v>
                </c:pt>
                <c:pt idx="122">
                  <c:v>198.591838982751</c:v>
                </c:pt>
                <c:pt idx="123">
                  <c:v>201.469786841566</c:v>
                </c:pt>
                <c:pt idx="124">
                  <c:v>204.734296709491</c:v>
                </c:pt>
                <c:pt idx="125">
                  <c:v>207.790558176007</c:v>
                </c:pt>
                <c:pt idx="126">
                  <c:v>210.807469297175</c:v>
                </c:pt>
                <c:pt idx="127">
                  <c:v>213.738505195671</c:v>
                </c:pt>
                <c:pt idx="128">
                  <c:v>216.893871576734</c:v>
                </c:pt>
                <c:pt idx="129">
                  <c:v>220.014716344336</c:v>
                </c:pt>
                <c:pt idx="130">
                  <c:v>223.133756889823</c:v>
                </c:pt>
                <c:pt idx="131">
                  <c:v>226.19561932948</c:v>
                </c:pt>
                <c:pt idx="132">
                  <c:v>229.295540167113</c:v>
                </c:pt>
                <c:pt idx="133">
                  <c:v>232.547534522439</c:v>
                </c:pt>
                <c:pt idx="134">
                  <c:v>235.709823598569</c:v>
                </c:pt>
                <c:pt idx="135">
                  <c:v>238.823424768785</c:v>
                </c:pt>
                <c:pt idx="136">
                  <c:v>242.002214659641</c:v>
                </c:pt>
                <c:pt idx="137">
                  <c:v>245.114661446606</c:v>
                </c:pt>
                <c:pt idx="138">
                  <c:v>248.28760440831</c:v>
                </c:pt>
                <c:pt idx="139">
                  <c:v>251.38071588606</c:v>
                </c:pt>
                <c:pt idx="140">
                  <c:v>254.637873552763</c:v>
                </c:pt>
                <c:pt idx="141">
                  <c:v>257.911635217847</c:v>
                </c:pt>
                <c:pt idx="142">
                  <c:v>261.20464360707</c:v>
                </c:pt>
                <c:pt idx="143">
                  <c:v>264.462441714069</c:v>
                </c:pt>
                <c:pt idx="144">
                  <c:v>267.487900303632</c:v>
                </c:pt>
                <c:pt idx="145">
                  <c:v>270.690306892851</c:v>
                </c:pt>
                <c:pt idx="146">
                  <c:v>273.972747376015</c:v>
                </c:pt>
                <c:pt idx="147">
                  <c:v>277.225155509857</c:v>
                </c:pt>
                <c:pt idx="148">
                  <c:v>280.366945118555</c:v>
                </c:pt>
                <c:pt idx="149">
                  <c:v>283.705424622065</c:v>
                </c:pt>
                <c:pt idx="150">
                  <c:v>287.002657919263</c:v>
                </c:pt>
                <c:pt idx="151">
                  <c:v>290.195678719772</c:v>
                </c:pt>
                <c:pt idx="152">
                  <c:v>293.286750178511</c:v>
                </c:pt>
                <c:pt idx="153">
                  <c:v>296.735062929051</c:v>
                </c:pt>
                <c:pt idx="154">
                  <c:v>300.300653960251</c:v>
                </c:pt>
                <c:pt idx="155">
                  <c:v>303.359871370033</c:v>
                </c:pt>
                <c:pt idx="156">
                  <c:v>306.637419643239</c:v>
                </c:pt>
                <c:pt idx="157">
                  <c:v>309.814168497418</c:v>
                </c:pt>
                <c:pt idx="158">
                  <c:v>313.416915887712</c:v>
                </c:pt>
                <c:pt idx="159">
                  <c:v>317.052379753708</c:v>
                </c:pt>
                <c:pt idx="160">
                  <c:v>320.342343416969</c:v>
                </c:pt>
                <c:pt idx="161">
                  <c:v>323.672894250942</c:v>
                </c:pt>
                <c:pt idx="162">
                  <c:v>327.016416033516</c:v>
                </c:pt>
                <c:pt idx="163">
                  <c:v>330.328863414382</c:v>
                </c:pt>
                <c:pt idx="164">
                  <c:v>333.806294267009</c:v>
                </c:pt>
                <c:pt idx="165">
                  <c:v>337.305624238456</c:v>
                </c:pt>
                <c:pt idx="166">
                  <c:v>340.692996376713</c:v>
                </c:pt>
                <c:pt idx="167">
                  <c:v>344.091914849314</c:v>
                </c:pt>
                <c:pt idx="168">
                  <c:v>347.336325029047</c:v>
                </c:pt>
                <c:pt idx="169">
                  <c:v>350.526863695127</c:v>
                </c:pt>
                <c:pt idx="170">
                  <c:v>353.764512220703</c:v>
                </c:pt>
                <c:pt idx="171">
                  <c:v>357.205822560467</c:v>
                </c:pt>
                <c:pt idx="172">
                  <c:v>360.530014809116</c:v>
                </c:pt>
                <c:pt idx="173">
                  <c:v>363.870130296927</c:v>
                </c:pt>
                <c:pt idx="174">
                  <c:v>367.241275510582</c:v>
                </c:pt>
                <c:pt idx="175">
                  <c:v>370.595936578428</c:v>
                </c:pt>
                <c:pt idx="176">
                  <c:v>374.096693636151</c:v>
                </c:pt>
                <c:pt idx="177">
                  <c:v>377.649625480607</c:v>
                </c:pt>
                <c:pt idx="178">
                  <c:v>381.08405826959</c:v>
                </c:pt>
                <c:pt idx="179">
                  <c:v>384.351992285143</c:v>
                </c:pt>
                <c:pt idx="180">
                  <c:v>387.710822134365</c:v>
                </c:pt>
                <c:pt idx="181">
                  <c:v>391.113902063824</c:v>
                </c:pt>
                <c:pt idx="182">
                  <c:v>394.403717444651</c:v>
                </c:pt>
                <c:pt idx="183">
                  <c:v>397.673505448341</c:v>
                </c:pt>
                <c:pt idx="184">
                  <c:v>400.859716543146</c:v>
                </c:pt>
                <c:pt idx="185">
                  <c:v>404.418008918681</c:v>
                </c:pt>
                <c:pt idx="186">
                  <c:v>407.706927821706</c:v>
                </c:pt>
                <c:pt idx="187">
                  <c:v>410.851285580831</c:v>
                </c:pt>
                <c:pt idx="188">
                  <c:v>414.219478428567</c:v>
                </c:pt>
                <c:pt idx="189">
                  <c:v>417.604381687704</c:v>
                </c:pt>
                <c:pt idx="190">
                  <c:v>421.08475722047</c:v>
                </c:pt>
                <c:pt idx="191">
                  <c:v>424.620270495717</c:v>
                </c:pt>
                <c:pt idx="192">
                  <c:v>427.853145521268</c:v>
                </c:pt>
                <c:pt idx="193">
                  <c:v>430.976048084088</c:v>
                </c:pt>
                <c:pt idx="194">
                  <c:v>434.337032173281</c:v>
                </c:pt>
                <c:pt idx="195">
                  <c:v>437.507585021789</c:v>
                </c:pt>
                <c:pt idx="196">
                  <c:v>440.977198179562</c:v>
                </c:pt>
                <c:pt idx="197">
                  <c:v>444.400052317649</c:v>
                </c:pt>
                <c:pt idx="198">
                  <c:v>447.784940667415</c:v>
                </c:pt>
                <c:pt idx="199">
                  <c:v>450.892085397805</c:v>
                </c:pt>
                <c:pt idx="200">
                  <c:v>454.336744326226</c:v>
                </c:pt>
                <c:pt idx="201">
                  <c:v>457.544954242657</c:v>
                </c:pt>
                <c:pt idx="202">
                  <c:v>460.9175828809</c:v>
                </c:pt>
                <c:pt idx="203">
                  <c:v>464.174475847543</c:v>
                </c:pt>
                <c:pt idx="204">
                  <c:v>467.700221553834</c:v>
                </c:pt>
                <c:pt idx="205">
                  <c:v>470.965668653013</c:v>
                </c:pt>
                <c:pt idx="206">
                  <c:v>474.623999600813</c:v>
                </c:pt>
                <c:pt idx="207">
                  <c:v>477.86299191597</c:v>
                </c:pt>
                <c:pt idx="208">
                  <c:v>481.216409736761</c:v>
                </c:pt>
                <c:pt idx="209">
                  <c:v>484.567238867604</c:v>
                </c:pt>
                <c:pt idx="210">
                  <c:v>488.030758729431</c:v>
                </c:pt>
                <c:pt idx="211">
                  <c:v>491.381135694943</c:v>
                </c:pt>
                <c:pt idx="212">
                  <c:v>494.661476558961</c:v>
                </c:pt>
                <c:pt idx="213">
                  <c:v>497.939354539625</c:v>
                </c:pt>
                <c:pt idx="214">
                  <c:v>501.413461910203</c:v>
                </c:pt>
                <c:pt idx="215">
                  <c:v>504.676548295882</c:v>
                </c:pt>
                <c:pt idx="216">
                  <c:v>507.872711050351</c:v>
                </c:pt>
                <c:pt idx="217">
                  <c:v>511.283880675773</c:v>
                </c:pt>
                <c:pt idx="218">
                  <c:v>514.596240371246</c:v>
                </c:pt>
                <c:pt idx="219">
                  <c:v>517.751245466314</c:v>
                </c:pt>
                <c:pt idx="220">
                  <c:v>521.000273956178</c:v>
                </c:pt>
                <c:pt idx="221">
                  <c:v>524.328829323498</c:v>
                </c:pt>
                <c:pt idx="222">
                  <c:v>527.617253861498</c:v>
                </c:pt>
                <c:pt idx="223">
                  <c:v>530.780526372711</c:v>
                </c:pt>
                <c:pt idx="224">
                  <c:v>534.090529926291</c:v>
                </c:pt>
                <c:pt idx="225">
                  <c:v>537.232364068903</c:v>
                </c:pt>
                <c:pt idx="226">
                  <c:v>540.68882669125</c:v>
                </c:pt>
                <c:pt idx="227">
                  <c:v>543.91277184976</c:v>
                </c:pt>
                <c:pt idx="228">
                  <c:v>547.492361213012</c:v>
                </c:pt>
                <c:pt idx="229">
                  <c:v>550.854524538061</c:v>
                </c:pt>
                <c:pt idx="230">
                  <c:v>554.32061975256</c:v>
                </c:pt>
                <c:pt idx="231">
                  <c:v>557.733930350683</c:v>
                </c:pt>
                <c:pt idx="232">
                  <c:v>560.991818337821</c:v>
                </c:pt>
                <c:pt idx="233">
                  <c:v>564.260473108606</c:v>
                </c:pt>
                <c:pt idx="234">
                  <c:v>567.664898533834</c:v>
                </c:pt>
                <c:pt idx="235">
                  <c:v>570.90429589668</c:v>
                </c:pt>
                <c:pt idx="236">
                  <c:v>574.19781099598</c:v>
                </c:pt>
                <c:pt idx="237">
                  <c:v>577.40308841813</c:v>
                </c:pt>
                <c:pt idx="238">
                  <c:v>580.578735365082</c:v>
                </c:pt>
                <c:pt idx="239">
                  <c:v>584.030200816965</c:v>
                </c:pt>
                <c:pt idx="240">
                  <c:v>587.30775613241</c:v>
                </c:pt>
                <c:pt idx="241">
                  <c:v>590.541483208716</c:v>
                </c:pt>
                <c:pt idx="242">
                  <c:v>593.792206577153</c:v>
                </c:pt>
                <c:pt idx="243">
                  <c:v>596.918260110831</c:v>
                </c:pt>
                <c:pt idx="244">
                  <c:v>599.996654569648</c:v>
                </c:pt>
                <c:pt idx="245">
                  <c:v>603.357924790423</c:v>
                </c:pt>
                <c:pt idx="246">
                  <c:v>606.572273591408</c:v>
                </c:pt>
                <c:pt idx="247">
                  <c:v>609.775881067798</c:v>
                </c:pt>
                <c:pt idx="248">
                  <c:v>613.067405269362</c:v>
                </c:pt>
                <c:pt idx="249">
                  <c:v>616.247143970462</c:v>
                </c:pt>
                <c:pt idx="250">
                  <c:v>619.561457080484</c:v>
                </c:pt>
                <c:pt idx="251">
                  <c:v>622.727950654647</c:v>
                </c:pt>
                <c:pt idx="252">
                  <c:v>625.957302390062</c:v>
                </c:pt>
                <c:pt idx="253">
                  <c:v>629.017589538671</c:v>
                </c:pt>
                <c:pt idx="254">
                  <c:v>632.418242277967</c:v>
                </c:pt>
                <c:pt idx="255">
                  <c:v>635.64404879075</c:v>
                </c:pt>
                <c:pt idx="256">
                  <c:v>638.693823251189</c:v>
                </c:pt>
                <c:pt idx="257">
                  <c:v>642.058332852482</c:v>
                </c:pt>
                <c:pt idx="258">
                  <c:v>645.273127649441</c:v>
                </c:pt>
                <c:pt idx="259">
                  <c:v>648.540605946278</c:v>
                </c:pt>
                <c:pt idx="260">
                  <c:v>651.58511117214</c:v>
                </c:pt>
                <c:pt idx="261">
                  <c:v>654.888885814225</c:v>
                </c:pt>
                <c:pt idx="262">
                  <c:v>658.07462074809</c:v>
                </c:pt>
                <c:pt idx="263">
                  <c:v>661.362611588506</c:v>
                </c:pt>
                <c:pt idx="264">
                  <c:v>664.439221344493</c:v>
                </c:pt>
                <c:pt idx="265">
                  <c:v>667.780332890639</c:v>
                </c:pt>
                <c:pt idx="266">
                  <c:v>670.757164846453</c:v>
                </c:pt>
                <c:pt idx="267">
                  <c:v>673.922889494873</c:v>
                </c:pt>
                <c:pt idx="268">
                  <c:v>677.082497126381</c:v>
                </c:pt>
                <c:pt idx="269">
                  <c:v>680.188899629696</c:v>
                </c:pt>
                <c:pt idx="270">
                  <c:v>683.361021120196</c:v>
                </c:pt>
                <c:pt idx="271">
                  <c:v>686.651280818566</c:v>
                </c:pt>
                <c:pt idx="272">
                  <c:v>689.93786167731</c:v>
                </c:pt>
                <c:pt idx="273">
                  <c:v>692.987871521008</c:v>
                </c:pt>
                <c:pt idx="274">
                  <c:v>696.125199791911</c:v>
                </c:pt>
                <c:pt idx="275">
                  <c:v>699.237077648227</c:v>
                </c:pt>
                <c:pt idx="276">
                  <c:v>702.477527352824</c:v>
                </c:pt>
                <c:pt idx="277">
                  <c:v>705.649791352132</c:v>
                </c:pt>
                <c:pt idx="278">
                  <c:v>708.609795359091</c:v>
                </c:pt>
                <c:pt idx="279">
                  <c:v>711.746966966249</c:v>
                </c:pt>
                <c:pt idx="280">
                  <c:v>714.92808965989</c:v>
                </c:pt>
                <c:pt idx="281">
                  <c:v>718.175981002539</c:v>
                </c:pt>
                <c:pt idx="282">
                  <c:v>721.208788811741</c:v>
                </c:pt>
                <c:pt idx="283">
                  <c:v>724.455508486725</c:v>
                </c:pt>
                <c:pt idx="284">
                  <c:v>727.832788859211</c:v>
                </c:pt>
                <c:pt idx="285">
                  <c:v>730.963050812032</c:v>
                </c:pt>
                <c:pt idx="286">
                  <c:v>734.096352717901</c:v>
                </c:pt>
                <c:pt idx="287">
                  <c:v>737.126253962047</c:v>
                </c:pt>
                <c:pt idx="288">
                  <c:v>740.492719556185</c:v>
                </c:pt>
                <c:pt idx="289">
                  <c:v>743.46141941056</c:v>
                </c:pt>
                <c:pt idx="290">
                  <c:v>746.379411631215</c:v>
                </c:pt>
                <c:pt idx="291">
                  <c:v>749.284627335008</c:v>
                </c:pt>
                <c:pt idx="292">
                  <c:v>752.366586650854</c:v>
                </c:pt>
                <c:pt idx="293">
                  <c:v>755.399012216425</c:v>
                </c:pt>
                <c:pt idx="294">
                  <c:v>758.360865694622</c:v>
                </c:pt>
                <c:pt idx="295">
                  <c:v>761.327711942379</c:v>
                </c:pt>
                <c:pt idx="296">
                  <c:v>764.230284481693</c:v>
                </c:pt>
                <c:pt idx="297">
                  <c:v>766.97938614678</c:v>
                </c:pt>
                <c:pt idx="298">
                  <c:v>769.986804795198</c:v>
                </c:pt>
                <c:pt idx="299">
                  <c:v>772.762281882492</c:v>
                </c:pt>
                <c:pt idx="300">
                  <c:v>775.414899588925</c:v>
                </c:pt>
                <c:pt idx="301">
                  <c:v>778.182112279351</c:v>
                </c:pt>
                <c:pt idx="302">
                  <c:v>780.859212740743</c:v>
                </c:pt>
                <c:pt idx="303">
                  <c:v>783.453745445489</c:v>
                </c:pt>
                <c:pt idx="304">
                  <c:v>785.694574492128</c:v>
                </c:pt>
                <c:pt idx="305">
                  <c:v>788.086447387784</c:v>
                </c:pt>
                <c:pt idx="306">
                  <c:v>790.29687937113</c:v>
                </c:pt>
                <c:pt idx="307">
                  <c:v>792.307221666191</c:v>
                </c:pt>
                <c:pt idx="308">
                  <c:v>793.851561718333</c:v>
                </c:pt>
                <c:pt idx="309">
                  <c:v>796.687674972949</c:v>
                </c:pt>
                <c:pt idx="310">
                  <c:v>799.640363564328</c:v>
                </c:pt>
                <c:pt idx="311">
                  <c:v>802.495753821624</c:v>
                </c:pt>
                <c:pt idx="312">
                  <c:v>805.387090813658</c:v>
                </c:pt>
                <c:pt idx="313">
                  <c:v>808.160171742812</c:v>
                </c:pt>
                <c:pt idx="314">
                  <c:v>811.005717466611</c:v>
                </c:pt>
                <c:pt idx="315">
                  <c:v>813.629307315601</c:v>
                </c:pt>
                <c:pt idx="316">
                  <c:v>816.294384802849</c:v>
                </c:pt>
                <c:pt idx="317">
                  <c:v>819.000119375668</c:v>
                </c:pt>
                <c:pt idx="318">
                  <c:v>821.962820447745</c:v>
                </c:pt>
                <c:pt idx="319">
                  <c:v>824.980404643949</c:v>
                </c:pt>
                <c:pt idx="320">
                  <c:v>827.963023507084</c:v>
                </c:pt>
                <c:pt idx="321">
                  <c:v>830.873112930746</c:v>
                </c:pt>
                <c:pt idx="322">
                  <c:v>833.866118722491</c:v>
                </c:pt>
                <c:pt idx="323">
                  <c:v>836.738530079941</c:v>
                </c:pt>
                <c:pt idx="324">
                  <c:v>839.68922315947</c:v>
                </c:pt>
                <c:pt idx="325">
                  <c:v>842.527036123733</c:v>
                </c:pt>
                <c:pt idx="326">
                  <c:v>845.356208816862</c:v>
                </c:pt>
                <c:pt idx="327">
                  <c:v>848.426920442989</c:v>
                </c:pt>
                <c:pt idx="328">
                  <c:v>851.431725249751</c:v>
                </c:pt>
                <c:pt idx="329">
                  <c:v>854.395905967458</c:v>
                </c:pt>
                <c:pt idx="330">
                  <c:v>857.450583381328</c:v>
                </c:pt>
                <c:pt idx="331">
                  <c:v>860.448435243174</c:v>
                </c:pt>
                <c:pt idx="332">
                  <c:v>863.613150089925</c:v>
                </c:pt>
                <c:pt idx="333">
                  <c:v>866.697786000785</c:v>
                </c:pt>
                <c:pt idx="334">
                  <c:v>869.755449901837</c:v>
                </c:pt>
                <c:pt idx="335">
                  <c:v>872.69062169758</c:v>
                </c:pt>
                <c:pt idx="336">
                  <c:v>875.485599255447</c:v>
                </c:pt>
                <c:pt idx="337">
                  <c:v>878.521508969041</c:v>
                </c:pt>
                <c:pt idx="338">
                  <c:v>881.109178780116</c:v>
                </c:pt>
                <c:pt idx="339">
                  <c:v>883.735226061275</c:v>
                </c:pt>
                <c:pt idx="340">
                  <c:v>887.06508083915</c:v>
                </c:pt>
                <c:pt idx="341">
                  <c:v>890.259230669148</c:v>
                </c:pt>
                <c:pt idx="342">
                  <c:v>893.5065532414</c:v>
                </c:pt>
                <c:pt idx="343">
                  <c:v>896.629933246513</c:v>
                </c:pt>
                <c:pt idx="344">
                  <c:v>899.789714887984</c:v>
                </c:pt>
                <c:pt idx="345">
                  <c:v>902.793016756892</c:v>
                </c:pt>
                <c:pt idx="346">
                  <c:v>906.071248342029</c:v>
                </c:pt>
                <c:pt idx="347">
                  <c:v>909.269121681334</c:v>
                </c:pt>
                <c:pt idx="348">
                  <c:v>912.505445662128</c:v>
                </c:pt>
                <c:pt idx="349">
                  <c:v>915.649180434277</c:v>
                </c:pt>
                <c:pt idx="350">
                  <c:v>918.982229796504</c:v>
                </c:pt>
                <c:pt idx="351">
                  <c:v>922.223883293896</c:v>
                </c:pt>
                <c:pt idx="352">
                  <c:v>925.305189450937</c:v>
                </c:pt>
                <c:pt idx="353">
                  <c:v>928.495857896367</c:v>
                </c:pt>
                <c:pt idx="354">
                  <c:v>931.78409325867</c:v>
                </c:pt>
                <c:pt idx="355">
                  <c:v>934.88638723404</c:v>
                </c:pt>
                <c:pt idx="356">
                  <c:v>938.02578278522</c:v>
                </c:pt>
                <c:pt idx="357">
                  <c:v>941.256482814486</c:v>
                </c:pt>
                <c:pt idx="358">
                  <c:v>944.853542441778</c:v>
                </c:pt>
                <c:pt idx="359">
                  <c:v>948.070304718748</c:v>
                </c:pt>
                <c:pt idx="360">
                  <c:v>951.41024793605</c:v>
                </c:pt>
                <c:pt idx="361">
                  <c:v>954.513641069932</c:v>
                </c:pt>
                <c:pt idx="362">
                  <c:v>957.753612866203</c:v>
                </c:pt>
                <c:pt idx="363">
                  <c:v>961.162640682196</c:v>
                </c:pt>
                <c:pt idx="364">
                  <c:v>964.450120706596</c:v>
                </c:pt>
                <c:pt idx="365">
                  <c:v>967.845350933566</c:v>
                </c:pt>
                <c:pt idx="366">
                  <c:v>971.062445117297</c:v>
                </c:pt>
                <c:pt idx="367">
                  <c:v>974.305589029089</c:v>
                </c:pt>
                <c:pt idx="368">
                  <c:v>977.607305834833</c:v>
                </c:pt>
                <c:pt idx="369">
                  <c:v>980.812908521362</c:v>
                </c:pt>
                <c:pt idx="370">
                  <c:v>984.439517076269</c:v>
                </c:pt>
                <c:pt idx="371">
                  <c:v>987.689698875309</c:v>
                </c:pt>
                <c:pt idx="372">
                  <c:v>991.154509748204</c:v>
                </c:pt>
                <c:pt idx="373">
                  <c:v>994.528355119032</c:v>
                </c:pt>
                <c:pt idx="374">
                  <c:v>998.123961908535</c:v>
                </c:pt>
                <c:pt idx="375">
                  <c:v>1001.57811398961</c:v>
                </c:pt>
                <c:pt idx="376">
                  <c:v>1005.01914910438</c:v>
                </c:pt>
                <c:pt idx="377">
                  <c:v>1008.51476792619</c:v>
                </c:pt>
                <c:pt idx="378">
                  <c:v>1011.96416095421</c:v>
                </c:pt>
                <c:pt idx="379">
                  <c:v>1015.43255195455</c:v>
                </c:pt>
                <c:pt idx="380">
                  <c:v>1018.95772152733</c:v>
                </c:pt>
                <c:pt idx="381">
                  <c:v>1022.45138386953</c:v>
                </c:pt>
                <c:pt idx="382">
                  <c:v>1026.01682171244</c:v>
                </c:pt>
                <c:pt idx="383">
                  <c:v>1029.36606944075</c:v>
                </c:pt>
                <c:pt idx="384">
                  <c:v>1032.5967670089</c:v>
                </c:pt>
                <c:pt idx="385">
                  <c:v>1035.901140809</c:v>
                </c:pt>
                <c:pt idx="386">
                  <c:v>1039.43228015461</c:v>
                </c:pt>
                <c:pt idx="387">
                  <c:v>1042.9322641118</c:v>
                </c:pt>
                <c:pt idx="388">
                  <c:v>1046.28308839976</c:v>
                </c:pt>
                <c:pt idx="389">
                  <c:v>1049.74909560557</c:v>
                </c:pt>
                <c:pt idx="390">
                  <c:v>1053.36481731131</c:v>
                </c:pt>
                <c:pt idx="391">
                  <c:v>1056.88588240436</c:v>
                </c:pt>
                <c:pt idx="392">
                  <c:v>1060.32270704879</c:v>
                </c:pt>
                <c:pt idx="393">
                  <c:v>1064.0700060191</c:v>
                </c:pt>
                <c:pt idx="394">
                  <c:v>1067.99891531256</c:v>
                </c:pt>
                <c:pt idx="395">
                  <c:v>1071.7973200488</c:v>
                </c:pt>
                <c:pt idx="396">
                  <c:v>1075.42124715024</c:v>
                </c:pt>
                <c:pt idx="397">
                  <c:v>1078.89901089982</c:v>
                </c:pt>
                <c:pt idx="398">
                  <c:v>1082.3891536846</c:v>
                </c:pt>
                <c:pt idx="399">
                  <c:v>1086.11772773718</c:v>
                </c:pt>
                <c:pt idx="400">
                  <c:v>1089.81453158683</c:v>
                </c:pt>
                <c:pt idx="401">
                  <c:v>1093.34482846158</c:v>
                </c:pt>
                <c:pt idx="402">
                  <c:v>1097.21378058388</c:v>
                </c:pt>
                <c:pt idx="403">
                  <c:v>1100.83088573659</c:v>
                </c:pt>
                <c:pt idx="404">
                  <c:v>1104.47458109104</c:v>
                </c:pt>
                <c:pt idx="405">
                  <c:v>1108.24511335335</c:v>
                </c:pt>
                <c:pt idx="406">
                  <c:v>1111.68574242914</c:v>
                </c:pt>
                <c:pt idx="407">
                  <c:v>1115.37059299716</c:v>
                </c:pt>
                <c:pt idx="408">
                  <c:v>1118.97261535631</c:v>
                </c:pt>
                <c:pt idx="409">
                  <c:v>1122.71131897719</c:v>
                </c:pt>
                <c:pt idx="410">
                  <c:v>1126.24528936888</c:v>
                </c:pt>
                <c:pt idx="411">
                  <c:v>1129.56140234234</c:v>
                </c:pt>
                <c:pt idx="412">
                  <c:v>1132.73781519803</c:v>
                </c:pt>
                <c:pt idx="413">
                  <c:v>1135.88254993266</c:v>
                </c:pt>
                <c:pt idx="414">
                  <c:v>1139.18178267175</c:v>
                </c:pt>
                <c:pt idx="415">
                  <c:v>1141.69476345439</c:v>
                </c:pt>
                <c:pt idx="416">
                  <c:v>1145.20927616721</c:v>
                </c:pt>
                <c:pt idx="417">
                  <c:v>1149.07224238749</c:v>
                </c:pt>
                <c:pt idx="418">
                  <c:v>1152.94527684032</c:v>
                </c:pt>
                <c:pt idx="419">
                  <c:v>1156.90678584228</c:v>
                </c:pt>
                <c:pt idx="420">
                  <c:v>1160.80943869946</c:v>
                </c:pt>
                <c:pt idx="421">
                  <c:v>1164.43607905606</c:v>
                </c:pt>
                <c:pt idx="422">
                  <c:v>1167.78949511138</c:v>
                </c:pt>
                <c:pt idx="423">
                  <c:v>1171.01765124563</c:v>
                </c:pt>
                <c:pt idx="424">
                  <c:v>1175.0647391065</c:v>
                </c:pt>
                <c:pt idx="425">
                  <c:v>1179.02582318069</c:v>
                </c:pt>
                <c:pt idx="426">
                  <c:v>1182.6560007581</c:v>
                </c:pt>
                <c:pt idx="427">
                  <c:v>1186.70882352076</c:v>
                </c:pt>
                <c:pt idx="428">
                  <c:v>1190.84583247553</c:v>
                </c:pt>
                <c:pt idx="429">
                  <c:v>1195.00886641177</c:v>
                </c:pt>
                <c:pt idx="430">
                  <c:v>1199.00273971778</c:v>
                </c:pt>
                <c:pt idx="431">
                  <c:v>1203.12777147136</c:v>
                </c:pt>
                <c:pt idx="432">
                  <c:v>1207.16335930665</c:v>
                </c:pt>
                <c:pt idx="433">
                  <c:v>1210.95965144401</c:v>
                </c:pt>
                <c:pt idx="434">
                  <c:v>1214.84692448704</c:v>
                </c:pt>
                <c:pt idx="435">
                  <c:v>1218.8693434839</c:v>
                </c:pt>
                <c:pt idx="436">
                  <c:v>1223.02826447391</c:v>
                </c:pt>
                <c:pt idx="437">
                  <c:v>1227.176851786</c:v>
                </c:pt>
                <c:pt idx="438">
                  <c:v>1231.30931758991</c:v>
                </c:pt>
                <c:pt idx="439">
                  <c:v>1235.43508944597</c:v>
                </c:pt>
                <c:pt idx="440">
                  <c:v>1239.33255729966</c:v>
                </c:pt>
                <c:pt idx="441">
                  <c:v>1243.56067872571</c:v>
                </c:pt>
                <c:pt idx="442">
                  <c:v>1247.72132569152</c:v>
                </c:pt>
                <c:pt idx="443">
                  <c:v>1251.6408082515</c:v>
                </c:pt>
                <c:pt idx="444">
                  <c:v>1255.74247104646</c:v>
                </c:pt>
                <c:pt idx="445">
                  <c:v>1259.88879534932</c:v>
                </c:pt>
                <c:pt idx="446">
                  <c:v>1264.08418576388</c:v>
                </c:pt>
                <c:pt idx="447">
                  <c:v>1268.39592063989</c:v>
                </c:pt>
                <c:pt idx="448">
                  <c:v>1272.76974577766</c:v>
                </c:pt>
                <c:pt idx="449">
                  <c:v>1277.05910343189</c:v>
                </c:pt>
                <c:pt idx="450">
                  <c:v>1281.51589533492</c:v>
                </c:pt>
                <c:pt idx="451">
                  <c:v>1285.62694754864</c:v>
                </c:pt>
                <c:pt idx="452">
                  <c:v>1289.73172753701</c:v>
                </c:pt>
                <c:pt idx="453">
                  <c:v>1293.87697216248</c:v>
                </c:pt>
                <c:pt idx="454">
                  <c:v>1298.21164257693</c:v>
                </c:pt>
                <c:pt idx="455">
                  <c:v>1302.42565372179</c:v>
                </c:pt>
                <c:pt idx="456">
                  <c:v>1306.64500638937</c:v>
                </c:pt>
                <c:pt idx="457">
                  <c:v>1310.72965657006</c:v>
                </c:pt>
                <c:pt idx="458">
                  <c:v>1315.09016534303</c:v>
                </c:pt>
                <c:pt idx="459">
                  <c:v>1319.03649524843</c:v>
                </c:pt>
                <c:pt idx="460">
                  <c:v>1323.30016320659</c:v>
                </c:pt>
                <c:pt idx="461">
                  <c:v>1327.407854492</c:v>
                </c:pt>
                <c:pt idx="462">
                  <c:v>1332.03185740574</c:v>
                </c:pt>
                <c:pt idx="463">
                  <c:v>1336.3276786939</c:v>
                </c:pt>
                <c:pt idx="464">
                  <c:v>1340.69147384599</c:v>
                </c:pt>
                <c:pt idx="465">
                  <c:v>1345.07805456995</c:v>
                </c:pt>
                <c:pt idx="466">
                  <c:v>1349.29717085851</c:v>
                </c:pt>
                <c:pt idx="467">
                  <c:v>1353.46068021285</c:v>
                </c:pt>
                <c:pt idx="468">
                  <c:v>1357.88820976918</c:v>
                </c:pt>
                <c:pt idx="469">
                  <c:v>1362.229682713</c:v>
                </c:pt>
                <c:pt idx="470">
                  <c:v>1366.52953221832</c:v>
                </c:pt>
                <c:pt idx="471">
                  <c:v>1371.08822880081</c:v>
                </c:pt>
                <c:pt idx="472">
                  <c:v>1375.64801007175</c:v>
                </c:pt>
                <c:pt idx="473">
                  <c:v>1380.17221514097</c:v>
                </c:pt>
                <c:pt idx="474">
                  <c:v>1384.65570015278</c:v>
                </c:pt>
                <c:pt idx="475">
                  <c:v>1389.11766671575</c:v>
                </c:pt>
                <c:pt idx="476">
                  <c:v>1393.37536500525</c:v>
                </c:pt>
                <c:pt idx="477">
                  <c:v>1398.03527156735</c:v>
                </c:pt>
                <c:pt idx="478">
                  <c:v>1402.63339773509</c:v>
                </c:pt>
                <c:pt idx="479">
                  <c:v>1407.22962653507</c:v>
                </c:pt>
                <c:pt idx="480">
                  <c:v>1411.76317025275</c:v>
                </c:pt>
                <c:pt idx="481">
                  <c:v>1416.44366942251</c:v>
                </c:pt>
                <c:pt idx="482">
                  <c:v>1420.90033445245</c:v>
                </c:pt>
                <c:pt idx="483">
                  <c:v>1425.37524054259</c:v>
                </c:pt>
                <c:pt idx="484">
                  <c:v>1430.04508904498</c:v>
                </c:pt>
                <c:pt idx="485">
                  <c:v>1435.1059285034</c:v>
                </c:pt>
                <c:pt idx="486">
                  <c:v>1439.98084854558</c:v>
                </c:pt>
                <c:pt idx="487">
                  <c:v>1444.67471406825</c:v>
                </c:pt>
                <c:pt idx="488">
                  <c:v>1449.48911779279</c:v>
                </c:pt>
                <c:pt idx="489">
                  <c:v>1453.89220612689</c:v>
                </c:pt>
                <c:pt idx="490">
                  <c:v>1458.6700080358</c:v>
                </c:pt>
                <c:pt idx="491">
                  <c:v>1463.80902526785</c:v>
                </c:pt>
                <c:pt idx="492">
                  <c:v>1468.62285773302</c:v>
                </c:pt>
                <c:pt idx="493">
                  <c:v>1473.60058363234</c:v>
                </c:pt>
                <c:pt idx="494">
                  <c:v>1478.38986833968</c:v>
                </c:pt>
                <c:pt idx="495">
                  <c:v>1483.05830407652</c:v>
                </c:pt>
                <c:pt idx="496">
                  <c:v>1487.63029850605</c:v>
                </c:pt>
                <c:pt idx="497">
                  <c:v>1492.30331213714</c:v>
                </c:pt>
                <c:pt idx="498">
                  <c:v>1496.71957587025</c:v>
                </c:pt>
                <c:pt idx="499">
                  <c:v>1501.55992802832</c:v>
                </c:pt>
                <c:pt idx="500">
                  <c:v>1506.53011131524</c:v>
                </c:pt>
                <c:pt idx="501">
                  <c:v>1511.54506257028</c:v>
                </c:pt>
                <c:pt idx="502">
                  <c:v>1516.67362707066</c:v>
                </c:pt>
                <c:pt idx="503">
                  <c:v>1521.85325733829</c:v>
                </c:pt>
                <c:pt idx="504">
                  <c:v>1526.68377467611</c:v>
                </c:pt>
                <c:pt idx="505">
                  <c:v>1531.37934792125</c:v>
                </c:pt>
                <c:pt idx="506">
                  <c:v>1536.5325815734</c:v>
                </c:pt>
                <c:pt idx="507">
                  <c:v>1541.60365661637</c:v>
                </c:pt>
                <c:pt idx="508">
                  <c:v>1546.65711357458</c:v>
                </c:pt>
                <c:pt idx="509">
                  <c:v>1551.26899559886</c:v>
                </c:pt>
                <c:pt idx="510">
                  <c:v>1555.96519185755</c:v>
                </c:pt>
                <c:pt idx="511">
                  <c:v>1560.52903508001</c:v>
                </c:pt>
                <c:pt idx="512">
                  <c:v>1565.11530637782</c:v>
                </c:pt>
                <c:pt idx="513">
                  <c:v>1570.22665693964</c:v>
                </c:pt>
                <c:pt idx="514">
                  <c:v>1575.39526945964</c:v>
                </c:pt>
                <c:pt idx="515">
                  <c:v>1580.35336429866</c:v>
                </c:pt>
                <c:pt idx="516">
                  <c:v>1585.50348614631</c:v>
                </c:pt>
                <c:pt idx="517">
                  <c:v>1590.51815617203</c:v>
                </c:pt>
                <c:pt idx="518">
                  <c:v>1595.66214134575</c:v>
                </c:pt>
                <c:pt idx="519">
                  <c:v>1600.42300753431</c:v>
                </c:pt>
                <c:pt idx="520">
                  <c:v>1605.58979615839</c:v>
                </c:pt>
                <c:pt idx="521">
                  <c:v>1610.7159586142</c:v>
                </c:pt>
                <c:pt idx="522">
                  <c:v>1615.91516966901</c:v>
                </c:pt>
                <c:pt idx="523">
                  <c:v>1621.00002073533</c:v>
                </c:pt>
                <c:pt idx="524">
                  <c:v>1626.66566173609</c:v>
                </c:pt>
                <c:pt idx="525">
                  <c:v>1631.79326734922</c:v>
                </c:pt>
                <c:pt idx="526">
                  <c:v>1636.92996044142</c:v>
                </c:pt>
                <c:pt idx="527">
                  <c:v>1642.23470873731</c:v>
                </c:pt>
                <c:pt idx="528">
                  <c:v>1647.33622321433</c:v>
                </c:pt>
                <c:pt idx="529">
                  <c:v>1652.34766553505</c:v>
                </c:pt>
                <c:pt idx="530">
                  <c:v>1657.42828869944</c:v>
                </c:pt>
                <c:pt idx="531">
                  <c:v>1662.88275468716</c:v>
                </c:pt>
                <c:pt idx="532">
                  <c:v>1668.14389875349</c:v>
                </c:pt>
                <c:pt idx="533">
                  <c:v>1673.38849255608</c:v>
                </c:pt>
                <c:pt idx="534">
                  <c:v>1678.7991183147</c:v>
                </c:pt>
                <c:pt idx="535">
                  <c:v>1684.29290541976</c:v>
                </c:pt>
                <c:pt idx="536">
                  <c:v>1689.96557028096</c:v>
                </c:pt>
                <c:pt idx="537">
                  <c:v>1695.26626294038</c:v>
                </c:pt>
                <c:pt idx="538">
                  <c:v>1700.66930173077</c:v>
                </c:pt>
                <c:pt idx="539">
                  <c:v>1706.08906122989</c:v>
                </c:pt>
                <c:pt idx="540">
                  <c:v>1711.67588515296</c:v>
                </c:pt>
                <c:pt idx="541">
                  <c:v>1717.39873414626</c:v>
                </c:pt>
                <c:pt idx="542">
                  <c:v>1722.64779191351</c:v>
                </c:pt>
                <c:pt idx="543">
                  <c:v>1727.95315942511</c:v>
                </c:pt>
                <c:pt idx="544">
                  <c:v>1732.71415159672</c:v>
                </c:pt>
                <c:pt idx="545">
                  <c:v>1737.67306717364</c:v>
                </c:pt>
                <c:pt idx="546">
                  <c:v>1742.56750396852</c:v>
                </c:pt>
                <c:pt idx="547">
                  <c:v>1747.71247655773</c:v>
                </c:pt>
                <c:pt idx="548">
                  <c:v>1753.76598072526</c:v>
                </c:pt>
                <c:pt idx="549">
                  <c:v>1759.30751732715</c:v>
                </c:pt>
                <c:pt idx="550">
                  <c:v>1764.94207034812</c:v>
                </c:pt>
                <c:pt idx="551">
                  <c:v>1770.53831839186</c:v>
                </c:pt>
                <c:pt idx="552">
                  <c:v>1776.0243799341</c:v>
                </c:pt>
                <c:pt idx="553">
                  <c:v>1781.84984177932</c:v>
                </c:pt>
                <c:pt idx="554">
                  <c:v>1787.6110965224</c:v>
                </c:pt>
                <c:pt idx="555">
                  <c:v>1793.04499382055</c:v>
                </c:pt>
                <c:pt idx="556">
                  <c:v>1798.35284362085</c:v>
                </c:pt>
                <c:pt idx="557">
                  <c:v>1803.81680289679</c:v>
                </c:pt>
                <c:pt idx="558">
                  <c:v>1808.96127599454</c:v>
                </c:pt>
                <c:pt idx="559">
                  <c:v>1814.62922286019</c:v>
                </c:pt>
                <c:pt idx="560">
                  <c:v>1820.20226942293</c:v>
                </c:pt>
                <c:pt idx="561">
                  <c:v>1825.90314443657</c:v>
                </c:pt>
                <c:pt idx="562">
                  <c:v>1831.84449647502</c:v>
                </c:pt>
                <c:pt idx="563">
                  <c:v>1837.99438623602</c:v>
                </c:pt>
                <c:pt idx="564">
                  <c:v>1843.83708964535</c:v>
                </c:pt>
                <c:pt idx="565">
                  <c:v>1849.79308436081</c:v>
                </c:pt>
                <c:pt idx="566">
                  <c:v>1855.82753902778</c:v>
                </c:pt>
                <c:pt idx="567">
                  <c:v>1861.87535041322</c:v>
                </c:pt>
                <c:pt idx="568">
                  <c:v>1867.92543649752</c:v>
                </c:pt>
                <c:pt idx="569">
                  <c:v>1873.52640301343</c:v>
                </c:pt>
                <c:pt idx="570">
                  <c:v>1879.54798079508</c:v>
                </c:pt>
                <c:pt idx="571">
                  <c:v>1885.82367499072</c:v>
                </c:pt>
                <c:pt idx="572">
                  <c:v>1891.55739539767</c:v>
                </c:pt>
                <c:pt idx="573">
                  <c:v>1897.35528024419</c:v>
                </c:pt>
                <c:pt idx="574">
                  <c:v>1903.49718088985</c:v>
                </c:pt>
                <c:pt idx="575">
                  <c:v>1909.33515133762</c:v>
                </c:pt>
                <c:pt idx="576">
                  <c:v>1914.70376136836</c:v>
                </c:pt>
                <c:pt idx="577">
                  <c:v>1920.26228782098</c:v>
                </c:pt>
                <c:pt idx="578">
                  <c:v>1925.49192787498</c:v>
                </c:pt>
                <c:pt idx="579">
                  <c:v>1931.8482817796</c:v>
                </c:pt>
                <c:pt idx="580">
                  <c:v>1937.98601685094</c:v>
                </c:pt>
                <c:pt idx="581">
                  <c:v>1944.3893468659</c:v>
                </c:pt>
                <c:pt idx="582">
                  <c:v>1950.83468385852</c:v>
                </c:pt>
                <c:pt idx="583">
                  <c:v>1956.89616378223</c:v>
                </c:pt>
                <c:pt idx="584">
                  <c:v>1963.16650952872</c:v>
                </c:pt>
                <c:pt idx="585">
                  <c:v>1969.23574847576</c:v>
                </c:pt>
                <c:pt idx="586">
                  <c:v>1975.21625986644</c:v>
                </c:pt>
                <c:pt idx="587">
                  <c:v>1981.20301406868</c:v>
                </c:pt>
                <c:pt idx="588">
                  <c:v>1987.64341912136</c:v>
                </c:pt>
                <c:pt idx="589">
                  <c:v>1993.75529383876</c:v>
                </c:pt>
                <c:pt idx="590">
                  <c:v>1999.69463967678</c:v>
                </c:pt>
                <c:pt idx="591">
                  <c:v>2005.81240212709</c:v>
                </c:pt>
                <c:pt idx="592">
                  <c:v>2012.02004746522</c:v>
                </c:pt>
                <c:pt idx="593">
                  <c:v>2018.44592544977</c:v>
                </c:pt>
                <c:pt idx="594">
                  <c:v>2024.87236152786</c:v>
                </c:pt>
                <c:pt idx="595">
                  <c:v>2031.11337368774</c:v>
                </c:pt>
                <c:pt idx="596">
                  <c:v>2037.03692723745</c:v>
                </c:pt>
                <c:pt idx="597">
                  <c:v>2043.3576393623</c:v>
                </c:pt>
                <c:pt idx="598">
                  <c:v>2049.59781025463</c:v>
                </c:pt>
                <c:pt idx="599">
                  <c:v>2055.97009302569</c:v>
                </c:pt>
                <c:pt idx="600">
                  <c:v>2062.61552227235</c:v>
                </c:pt>
                <c:pt idx="601">
                  <c:v>2069.12800234503</c:v>
                </c:pt>
                <c:pt idx="602">
                  <c:v>2075.54487478703</c:v>
                </c:pt>
                <c:pt idx="603">
                  <c:v>2081.70790577061</c:v>
                </c:pt>
                <c:pt idx="604">
                  <c:v>2088.03596524787</c:v>
                </c:pt>
                <c:pt idx="605">
                  <c:v>2094.48341522765</c:v>
                </c:pt>
                <c:pt idx="606">
                  <c:v>2101.09158398044</c:v>
                </c:pt>
                <c:pt idx="607">
                  <c:v>2107.26107911645</c:v>
                </c:pt>
                <c:pt idx="608">
                  <c:v>2113.8510998706</c:v>
                </c:pt>
                <c:pt idx="609">
                  <c:v>2120.38827071707</c:v>
                </c:pt>
                <c:pt idx="610">
                  <c:v>2126.97153401021</c:v>
                </c:pt>
                <c:pt idx="611">
                  <c:v>2133.48888284333</c:v>
                </c:pt>
                <c:pt idx="612">
                  <c:v>2140.08817132446</c:v>
                </c:pt>
                <c:pt idx="613">
                  <c:v>2146.76676181254</c:v>
                </c:pt>
                <c:pt idx="614">
                  <c:v>2153.59051282336</c:v>
                </c:pt>
                <c:pt idx="615">
                  <c:v>2160.41045971</c:v>
                </c:pt>
                <c:pt idx="616">
                  <c:v>2167.52489649356</c:v>
                </c:pt>
                <c:pt idx="617">
                  <c:v>2174.02039779802</c:v>
                </c:pt>
                <c:pt idx="618">
                  <c:v>2180.47652353834</c:v>
                </c:pt>
                <c:pt idx="619">
                  <c:v>2187.10443690372</c:v>
                </c:pt>
                <c:pt idx="620">
                  <c:v>2193.42661374743</c:v>
                </c:pt>
                <c:pt idx="621">
                  <c:v>2199.75014893014</c:v>
                </c:pt>
                <c:pt idx="622">
                  <c:v>2206.31815828049</c:v>
                </c:pt>
                <c:pt idx="623">
                  <c:v>2213.00657213706</c:v>
                </c:pt>
                <c:pt idx="624">
                  <c:v>2219.04833030631</c:v>
                </c:pt>
                <c:pt idx="625">
                  <c:v>2225.41032340768</c:v>
                </c:pt>
                <c:pt idx="626">
                  <c:v>2231.87295721707</c:v>
                </c:pt>
                <c:pt idx="627">
                  <c:v>2237.79463459913</c:v>
                </c:pt>
                <c:pt idx="628">
                  <c:v>2244.0427676958</c:v>
                </c:pt>
                <c:pt idx="629">
                  <c:v>2250.8853706436</c:v>
                </c:pt>
                <c:pt idx="630">
                  <c:v>2258.14714047931</c:v>
                </c:pt>
                <c:pt idx="631">
                  <c:v>2265.63131105561</c:v>
                </c:pt>
                <c:pt idx="632">
                  <c:v>2273.08542735258</c:v>
                </c:pt>
                <c:pt idx="633">
                  <c:v>2280.29836785127</c:v>
                </c:pt>
                <c:pt idx="634">
                  <c:v>2287.59351868004</c:v>
                </c:pt>
                <c:pt idx="635">
                  <c:v>2294.3218022225</c:v>
                </c:pt>
                <c:pt idx="636">
                  <c:v>2301.36873375764</c:v>
                </c:pt>
                <c:pt idx="637">
                  <c:v>2308.05616234321</c:v>
                </c:pt>
                <c:pt idx="638">
                  <c:v>2315.60584353412</c:v>
                </c:pt>
                <c:pt idx="639">
                  <c:v>2322.27040633462</c:v>
                </c:pt>
                <c:pt idx="640">
                  <c:v>2329.75149449179</c:v>
                </c:pt>
                <c:pt idx="641">
                  <c:v>2336.76463599105</c:v>
                </c:pt>
                <c:pt idx="642">
                  <c:v>2343.49582429091</c:v>
                </c:pt>
                <c:pt idx="643">
                  <c:v>2351.0091782505</c:v>
                </c:pt>
                <c:pt idx="644">
                  <c:v>2358.2164725016</c:v>
                </c:pt>
                <c:pt idx="645">
                  <c:v>2365.66605627889</c:v>
                </c:pt>
                <c:pt idx="646">
                  <c:v>2372.48488468887</c:v>
                </c:pt>
                <c:pt idx="647">
                  <c:v>2379.52762498816</c:v>
                </c:pt>
                <c:pt idx="648">
                  <c:v>2386.63985405179</c:v>
                </c:pt>
                <c:pt idx="649">
                  <c:v>2393.72586950001</c:v>
                </c:pt>
                <c:pt idx="650">
                  <c:v>2401.47889730104</c:v>
                </c:pt>
                <c:pt idx="651">
                  <c:v>2408.61602805211</c:v>
                </c:pt>
                <c:pt idx="652">
                  <c:v>2415.71187132391</c:v>
                </c:pt>
                <c:pt idx="653">
                  <c:v>2423.35205664765</c:v>
                </c:pt>
                <c:pt idx="654">
                  <c:v>2430.94459731733</c:v>
                </c:pt>
                <c:pt idx="655">
                  <c:v>2438.48189797366</c:v>
                </c:pt>
                <c:pt idx="656">
                  <c:v>2445.50547098963</c:v>
                </c:pt>
                <c:pt idx="657">
                  <c:v>2452.48702759647</c:v>
                </c:pt>
                <c:pt idx="658">
                  <c:v>2459.81963337934</c:v>
                </c:pt>
                <c:pt idx="659">
                  <c:v>2466.77710160957</c:v>
                </c:pt>
                <c:pt idx="660">
                  <c:v>2474.26304247648</c:v>
                </c:pt>
                <c:pt idx="661">
                  <c:v>2481.46675136627</c:v>
                </c:pt>
                <c:pt idx="662">
                  <c:v>2489.25432467012</c:v>
                </c:pt>
                <c:pt idx="663">
                  <c:v>2497.26324794848</c:v>
                </c:pt>
                <c:pt idx="664">
                  <c:v>2504.39073253996</c:v>
                </c:pt>
                <c:pt idx="665">
                  <c:v>2511.98313878892</c:v>
                </c:pt>
                <c:pt idx="666">
                  <c:v>2519.78101190624</c:v>
                </c:pt>
                <c:pt idx="667">
                  <c:v>2528.10934283622</c:v>
                </c:pt>
                <c:pt idx="668">
                  <c:v>2535.93650442638</c:v>
                </c:pt>
                <c:pt idx="669">
                  <c:v>2543.63933243372</c:v>
                </c:pt>
                <c:pt idx="670">
                  <c:v>2551.29795178418</c:v>
                </c:pt>
                <c:pt idx="671">
                  <c:v>2559.21611756937</c:v>
                </c:pt>
                <c:pt idx="672">
                  <c:v>2566.82034978899</c:v>
                </c:pt>
                <c:pt idx="673">
                  <c:v>2574.50227153859</c:v>
                </c:pt>
                <c:pt idx="674">
                  <c:v>2583.13122651106</c:v>
                </c:pt>
                <c:pt idx="675">
                  <c:v>2590.78057695521</c:v>
                </c:pt>
                <c:pt idx="676">
                  <c:v>2598.22094161718</c:v>
                </c:pt>
                <c:pt idx="677">
                  <c:v>2605.99094876017</c:v>
                </c:pt>
                <c:pt idx="678">
                  <c:v>2613.66515107782</c:v>
                </c:pt>
                <c:pt idx="679">
                  <c:v>2620.92746274653</c:v>
                </c:pt>
                <c:pt idx="680">
                  <c:v>2628.01480626722</c:v>
                </c:pt>
                <c:pt idx="681">
                  <c:v>2636.39073821908</c:v>
                </c:pt>
                <c:pt idx="682">
                  <c:v>2645.25738313665</c:v>
                </c:pt>
                <c:pt idx="683">
                  <c:v>2653.40753247432</c:v>
                </c:pt>
                <c:pt idx="684">
                  <c:v>2661.47545056678</c:v>
                </c:pt>
                <c:pt idx="685">
                  <c:v>2670.33313626332</c:v>
                </c:pt>
                <c:pt idx="686">
                  <c:v>2678.62501021037</c:v>
                </c:pt>
                <c:pt idx="687">
                  <c:v>2686.46650826164</c:v>
                </c:pt>
                <c:pt idx="688">
                  <c:v>2694.46472392277</c:v>
                </c:pt>
                <c:pt idx="689">
                  <c:v>2703.14552602115</c:v>
                </c:pt>
                <c:pt idx="690">
                  <c:v>2711.56747070479</c:v>
                </c:pt>
                <c:pt idx="691">
                  <c:v>2719.39012484385</c:v>
                </c:pt>
                <c:pt idx="692">
                  <c:v>2727.16528603742</c:v>
                </c:pt>
                <c:pt idx="693">
                  <c:v>2734.51742174673</c:v>
                </c:pt>
                <c:pt idx="694">
                  <c:v>2741.61540768071</c:v>
                </c:pt>
                <c:pt idx="695">
                  <c:v>2749.60035024628</c:v>
                </c:pt>
                <c:pt idx="696">
                  <c:v>2757.039049159</c:v>
                </c:pt>
                <c:pt idx="697">
                  <c:v>2763.91113361726</c:v>
                </c:pt>
                <c:pt idx="698">
                  <c:v>2770.70102204172</c:v>
                </c:pt>
                <c:pt idx="699">
                  <c:v>2776.76359697727</c:v>
                </c:pt>
                <c:pt idx="700">
                  <c:v>2783.71361132601</c:v>
                </c:pt>
                <c:pt idx="701">
                  <c:v>2792.90512697274</c:v>
                </c:pt>
                <c:pt idx="702">
                  <c:v>2801.98998565379</c:v>
                </c:pt>
                <c:pt idx="703">
                  <c:v>2810.72268484722</c:v>
                </c:pt>
                <c:pt idx="704">
                  <c:v>2819.10316915775</c:v>
                </c:pt>
                <c:pt idx="705">
                  <c:v>2827.64516049696</c:v>
                </c:pt>
                <c:pt idx="706">
                  <c:v>2836.32681973436</c:v>
                </c:pt>
                <c:pt idx="707">
                  <c:v>2845.672782904</c:v>
                </c:pt>
                <c:pt idx="708">
                  <c:v>2854.75684866947</c:v>
                </c:pt>
                <c:pt idx="709">
                  <c:v>2863.49613315078</c:v>
                </c:pt>
                <c:pt idx="710">
                  <c:v>2872.32536201972</c:v>
                </c:pt>
                <c:pt idx="711">
                  <c:v>2881.55689398182</c:v>
                </c:pt>
                <c:pt idx="712">
                  <c:v>2890.16161369914</c:v>
                </c:pt>
                <c:pt idx="713">
                  <c:v>2899.07119568405</c:v>
                </c:pt>
                <c:pt idx="714">
                  <c:v>2908.19107168869</c:v>
                </c:pt>
                <c:pt idx="715">
                  <c:v>2915.97395610312</c:v>
                </c:pt>
                <c:pt idx="716">
                  <c:v>2924.07586856244</c:v>
                </c:pt>
                <c:pt idx="717">
                  <c:v>2931.67478852185</c:v>
                </c:pt>
                <c:pt idx="718">
                  <c:v>2940.77557131245</c:v>
                </c:pt>
                <c:pt idx="719">
                  <c:v>2949.86350288086</c:v>
                </c:pt>
                <c:pt idx="720">
                  <c:v>2959.34977279703</c:v>
                </c:pt>
                <c:pt idx="721">
                  <c:v>2968.73217934502</c:v>
                </c:pt>
                <c:pt idx="722">
                  <c:v>2977.73980583763</c:v>
                </c:pt>
                <c:pt idx="723">
                  <c:v>2986.48154101936</c:v>
                </c:pt>
                <c:pt idx="724">
                  <c:v>2996.02801253873</c:v>
                </c:pt>
                <c:pt idx="725">
                  <c:v>3005.52467708145</c:v>
                </c:pt>
                <c:pt idx="726">
                  <c:v>3014.43275757218</c:v>
                </c:pt>
                <c:pt idx="727">
                  <c:v>3023.47533822576</c:v>
                </c:pt>
                <c:pt idx="728">
                  <c:v>3032.82625204357</c:v>
                </c:pt>
                <c:pt idx="729">
                  <c:v>3041.79613277664</c:v>
                </c:pt>
                <c:pt idx="730">
                  <c:v>3051.12426132985</c:v>
                </c:pt>
                <c:pt idx="731">
                  <c:v>3060.62768166864</c:v>
                </c:pt>
                <c:pt idx="732">
                  <c:v>3069.95836572256</c:v>
                </c:pt>
                <c:pt idx="733">
                  <c:v>3079.51547840948</c:v>
                </c:pt>
                <c:pt idx="734">
                  <c:v>3089.13245367881</c:v>
                </c:pt>
                <c:pt idx="735">
                  <c:v>3097.98615104916</c:v>
                </c:pt>
                <c:pt idx="736">
                  <c:v>3107.10568400679</c:v>
                </c:pt>
                <c:pt idx="737">
                  <c:v>3116.42424366993</c:v>
                </c:pt>
                <c:pt idx="738">
                  <c:v>3126.05111726856</c:v>
                </c:pt>
                <c:pt idx="739">
                  <c:v>3135.72063715179</c:v>
                </c:pt>
                <c:pt idx="740">
                  <c:v>3145.38818780199</c:v>
                </c:pt>
                <c:pt idx="741">
                  <c:v>3154.97231621692</c:v>
                </c:pt>
                <c:pt idx="742">
                  <c:v>3164.41281112567</c:v>
                </c:pt>
                <c:pt idx="743">
                  <c:v>3173.71421054242</c:v>
                </c:pt>
                <c:pt idx="744">
                  <c:v>3182.77179836786</c:v>
                </c:pt>
                <c:pt idx="745">
                  <c:v>3192.76201069997</c:v>
                </c:pt>
                <c:pt idx="746">
                  <c:v>3202.49267927825</c:v>
                </c:pt>
                <c:pt idx="747">
                  <c:v>3212.01738250492</c:v>
                </c:pt>
                <c:pt idx="748">
                  <c:v>3221.32782394429</c:v>
                </c:pt>
                <c:pt idx="749">
                  <c:v>3230.90349265832</c:v>
                </c:pt>
                <c:pt idx="750">
                  <c:v>3240.94149224466</c:v>
                </c:pt>
                <c:pt idx="751">
                  <c:v>3250.14384717074</c:v>
                </c:pt>
                <c:pt idx="752">
                  <c:v>3260.73407509159</c:v>
                </c:pt>
                <c:pt idx="753">
                  <c:v>3271.07641347838</c:v>
                </c:pt>
                <c:pt idx="754">
                  <c:v>3281.31674345837</c:v>
                </c:pt>
                <c:pt idx="755">
                  <c:v>3291.42412059677</c:v>
                </c:pt>
                <c:pt idx="756">
                  <c:v>3301.38603612263</c:v>
                </c:pt>
                <c:pt idx="757">
                  <c:v>3311.21424472961</c:v>
                </c:pt>
                <c:pt idx="758">
                  <c:v>3320.61347933341</c:v>
                </c:pt>
                <c:pt idx="759">
                  <c:v>3330.05214421638</c:v>
                </c:pt>
                <c:pt idx="760">
                  <c:v>3339.48845185792</c:v>
                </c:pt>
                <c:pt idx="761">
                  <c:v>3350.25147305026</c:v>
                </c:pt>
                <c:pt idx="762">
                  <c:v>3360.29356235518</c:v>
                </c:pt>
                <c:pt idx="763">
                  <c:v>3370.67177356875</c:v>
                </c:pt>
                <c:pt idx="764">
                  <c:v>3380.58390270857</c:v>
                </c:pt>
                <c:pt idx="765">
                  <c:v>3391.10239207361</c:v>
                </c:pt>
                <c:pt idx="766">
                  <c:v>3402.025290835</c:v>
                </c:pt>
                <c:pt idx="767">
                  <c:v>3412.41399620915</c:v>
                </c:pt>
                <c:pt idx="768">
                  <c:v>3423.26455978524</c:v>
                </c:pt>
                <c:pt idx="769">
                  <c:v>3434.36922485638</c:v>
                </c:pt>
                <c:pt idx="770">
                  <c:v>3444.86572263169</c:v>
                </c:pt>
                <c:pt idx="771">
                  <c:v>3454.96132862972</c:v>
                </c:pt>
                <c:pt idx="772">
                  <c:v>3465.96828008006</c:v>
                </c:pt>
                <c:pt idx="773">
                  <c:v>3477.07956098107</c:v>
                </c:pt>
                <c:pt idx="774">
                  <c:v>3487.81711150209</c:v>
                </c:pt>
                <c:pt idx="775">
                  <c:v>3498.05588211566</c:v>
                </c:pt>
                <c:pt idx="776">
                  <c:v>3508.49903721855</c:v>
                </c:pt>
                <c:pt idx="777">
                  <c:v>3519.48264747866</c:v>
                </c:pt>
                <c:pt idx="778">
                  <c:v>3529.19850084704</c:v>
                </c:pt>
                <c:pt idx="779">
                  <c:v>3539.07711123635</c:v>
                </c:pt>
                <c:pt idx="780">
                  <c:v>3550.45851549547</c:v>
                </c:pt>
                <c:pt idx="781">
                  <c:v>3561.16710065992</c:v>
                </c:pt>
                <c:pt idx="782">
                  <c:v>3571.87464254212</c:v>
                </c:pt>
                <c:pt idx="783">
                  <c:v>3582.56955745514</c:v>
                </c:pt>
                <c:pt idx="784">
                  <c:v>3593.80893964162</c:v>
                </c:pt>
                <c:pt idx="785">
                  <c:v>3604.25760666448</c:v>
                </c:pt>
                <c:pt idx="786">
                  <c:v>3615.04079913391</c:v>
                </c:pt>
                <c:pt idx="787">
                  <c:v>3625.47633405859</c:v>
                </c:pt>
                <c:pt idx="788">
                  <c:v>3637.10070048527</c:v>
                </c:pt>
                <c:pt idx="789">
                  <c:v>3648.64537567173</c:v>
                </c:pt>
                <c:pt idx="790">
                  <c:v>3660.07715372708</c:v>
                </c:pt>
                <c:pt idx="791">
                  <c:v>3670.73025770983</c:v>
                </c:pt>
                <c:pt idx="792">
                  <c:v>3680.66054197505</c:v>
                </c:pt>
                <c:pt idx="793">
                  <c:v>3690.8898461014</c:v>
                </c:pt>
                <c:pt idx="794">
                  <c:v>3702.34021475114</c:v>
                </c:pt>
                <c:pt idx="795">
                  <c:v>3714.00813033996</c:v>
                </c:pt>
                <c:pt idx="796">
                  <c:v>3725.59926137447</c:v>
                </c:pt>
                <c:pt idx="797">
                  <c:v>3737.43145148525</c:v>
                </c:pt>
                <c:pt idx="798">
                  <c:v>3748.95628187875</c:v>
                </c:pt>
                <c:pt idx="799">
                  <c:v>3760.97345908153</c:v>
                </c:pt>
                <c:pt idx="800">
                  <c:v>3773.17003179268</c:v>
                </c:pt>
                <c:pt idx="801">
                  <c:v>3785.04241192125</c:v>
                </c:pt>
                <c:pt idx="802">
                  <c:v>3796.99745190966</c:v>
                </c:pt>
                <c:pt idx="803">
                  <c:v>3808.59576860262</c:v>
                </c:pt>
                <c:pt idx="804">
                  <c:v>3819.89750630653</c:v>
                </c:pt>
                <c:pt idx="805">
                  <c:v>3831.85002264369</c:v>
                </c:pt>
                <c:pt idx="806">
                  <c:v>3843.85348159783</c:v>
                </c:pt>
                <c:pt idx="807">
                  <c:v>3855.51952456431</c:v>
                </c:pt>
                <c:pt idx="808">
                  <c:v>3867.88590659252</c:v>
                </c:pt>
                <c:pt idx="809">
                  <c:v>3880.1604765942</c:v>
                </c:pt>
                <c:pt idx="810">
                  <c:v>3891.50424782407</c:v>
                </c:pt>
                <c:pt idx="811">
                  <c:v>3902.35139635386</c:v>
                </c:pt>
                <c:pt idx="812">
                  <c:v>3914.46015708255</c:v>
                </c:pt>
                <c:pt idx="813">
                  <c:v>3926.7113611787</c:v>
                </c:pt>
                <c:pt idx="814">
                  <c:v>3938.92096397536</c:v>
                </c:pt>
                <c:pt idx="815">
                  <c:v>3951.7397129227</c:v>
                </c:pt>
                <c:pt idx="816">
                  <c:v>3964.87591272479</c:v>
                </c:pt>
                <c:pt idx="817">
                  <c:v>3977.13630186539</c:v>
                </c:pt>
                <c:pt idx="818">
                  <c:v>3989.76722497841</c:v>
                </c:pt>
                <c:pt idx="819">
                  <c:v>4002.54909313244</c:v>
                </c:pt>
                <c:pt idx="820">
                  <c:v>4015.32602073025</c:v>
                </c:pt>
                <c:pt idx="821">
                  <c:v>4028.11448733411</c:v>
                </c:pt>
                <c:pt idx="822">
                  <c:v>4040.76075513278</c:v>
                </c:pt>
                <c:pt idx="823">
                  <c:v>4053.39732259398</c:v>
                </c:pt>
                <c:pt idx="824">
                  <c:v>4065.95270919882</c:v>
                </c:pt>
                <c:pt idx="825">
                  <c:v>4078.43242347098</c:v>
                </c:pt>
                <c:pt idx="826">
                  <c:v>4091.40654296236</c:v>
                </c:pt>
                <c:pt idx="827">
                  <c:v>4104.46220623445</c:v>
                </c:pt>
                <c:pt idx="828">
                  <c:v>4116.6037217669</c:v>
                </c:pt>
                <c:pt idx="829">
                  <c:v>4128.96403450839</c:v>
                </c:pt>
                <c:pt idx="830">
                  <c:v>4141.50749215207</c:v>
                </c:pt>
                <c:pt idx="831">
                  <c:v>4154.72553251907</c:v>
                </c:pt>
                <c:pt idx="832">
                  <c:v>4168.01079439645</c:v>
                </c:pt>
                <c:pt idx="833">
                  <c:v>4180.57822789126</c:v>
                </c:pt>
                <c:pt idx="834">
                  <c:v>4193.65656355618</c:v>
                </c:pt>
                <c:pt idx="835">
                  <c:v>4207.32869706717</c:v>
                </c:pt>
                <c:pt idx="836">
                  <c:v>4220.63740113078</c:v>
                </c:pt>
                <c:pt idx="837">
                  <c:v>4233.86572331759</c:v>
                </c:pt>
                <c:pt idx="838">
                  <c:v>4246.61951219939</c:v>
                </c:pt>
                <c:pt idx="839">
                  <c:v>4259.61409234038</c:v>
                </c:pt>
                <c:pt idx="840">
                  <c:v>4273.65216000153</c:v>
                </c:pt>
                <c:pt idx="841">
                  <c:v>4286.76547061622</c:v>
                </c:pt>
                <c:pt idx="842">
                  <c:v>4300.29231308837</c:v>
                </c:pt>
                <c:pt idx="843">
                  <c:v>4313.84496807036</c:v>
                </c:pt>
                <c:pt idx="844">
                  <c:v>4327.77273815992</c:v>
                </c:pt>
                <c:pt idx="845">
                  <c:v>4340.95554600323</c:v>
                </c:pt>
                <c:pt idx="846">
                  <c:v>4353.81751239125</c:v>
                </c:pt>
                <c:pt idx="847">
                  <c:v>4367.49782038773</c:v>
                </c:pt>
                <c:pt idx="848">
                  <c:v>4380.78718864352</c:v>
                </c:pt>
                <c:pt idx="849">
                  <c:v>4394.81025271811</c:v>
                </c:pt>
                <c:pt idx="850">
                  <c:v>4408.53079619404</c:v>
                </c:pt>
                <c:pt idx="851">
                  <c:v>4422.39506927399</c:v>
                </c:pt>
                <c:pt idx="852">
                  <c:v>4435.57337170602</c:v>
                </c:pt>
                <c:pt idx="853">
                  <c:v>4449.16658202343</c:v>
                </c:pt>
                <c:pt idx="854">
                  <c:v>4463.30468814356</c:v>
                </c:pt>
                <c:pt idx="855">
                  <c:v>4477.57121250013</c:v>
                </c:pt>
                <c:pt idx="856">
                  <c:v>4492.74793357429</c:v>
                </c:pt>
                <c:pt idx="857">
                  <c:v>4507.26863920129</c:v>
                </c:pt>
                <c:pt idx="858">
                  <c:v>4522.07108202386</c:v>
                </c:pt>
                <c:pt idx="859">
                  <c:v>4537.09203751522</c:v>
                </c:pt>
                <c:pt idx="860">
                  <c:v>4552.12868115707</c:v>
                </c:pt>
                <c:pt idx="861">
                  <c:v>4566.4784230753</c:v>
                </c:pt>
                <c:pt idx="862">
                  <c:v>4581.09247141485</c:v>
                </c:pt>
                <c:pt idx="863">
                  <c:v>4595.26163449309</c:v>
                </c:pt>
                <c:pt idx="864">
                  <c:v>4609.2948409047</c:v>
                </c:pt>
                <c:pt idx="865">
                  <c:v>4623.36997815451</c:v>
                </c:pt>
                <c:pt idx="866">
                  <c:v>4635.8902194868</c:v>
                </c:pt>
                <c:pt idx="867">
                  <c:v>4649.49377612868</c:v>
                </c:pt>
                <c:pt idx="868">
                  <c:v>4663.93430766975</c:v>
                </c:pt>
                <c:pt idx="869">
                  <c:v>4677.20192142712</c:v>
                </c:pt>
                <c:pt idx="870">
                  <c:v>4691.34008732459</c:v>
                </c:pt>
                <c:pt idx="871">
                  <c:v>4707.0056542531</c:v>
                </c:pt>
                <c:pt idx="872">
                  <c:v>4722.38560918746</c:v>
                </c:pt>
                <c:pt idx="873">
                  <c:v>4736.61552438887</c:v>
                </c:pt>
                <c:pt idx="874">
                  <c:v>4751.24457669001</c:v>
                </c:pt>
                <c:pt idx="875">
                  <c:v>4766.85054977149</c:v>
                </c:pt>
                <c:pt idx="876">
                  <c:v>4782.27512896399</c:v>
                </c:pt>
                <c:pt idx="877">
                  <c:v>4798.23401934939</c:v>
                </c:pt>
                <c:pt idx="878">
                  <c:v>4813.59190208462</c:v>
                </c:pt>
                <c:pt idx="879">
                  <c:v>4828.58769674415</c:v>
                </c:pt>
                <c:pt idx="880">
                  <c:v>4844.87843744587</c:v>
                </c:pt>
                <c:pt idx="881">
                  <c:v>4860.86761534243</c:v>
                </c:pt>
                <c:pt idx="882">
                  <c:v>4876.95066279435</c:v>
                </c:pt>
                <c:pt idx="883">
                  <c:v>4892.05044934511</c:v>
                </c:pt>
                <c:pt idx="884">
                  <c:v>4908.21813306012</c:v>
                </c:pt>
                <c:pt idx="885">
                  <c:v>4923.61052355817</c:v>
                </c:pt>
                <c:pt idx="886">
                  <c:v>4939.4619629474</c:v>
                </c:pt>
                <c:pt idx="887">
                  <c:v>4955.2249142919</c:v>
                </c:pt>
                <c:pt idx="888">
                  <c:v>4971.69052923683</c:v>
                </c:pt>
                <c:pt idx="889">
                  <c:v>4987.34133099907</c:v>
                </c:pt>
                <c:pt idx="890">
                  <c:v>5002.77153531981</c:v>
                </c:pt>
                <c:pt idx="891">
                  <c:v>5019.61392228334</c:v>
                </c:pt>
                <c:pt idx="892">
                  <c:v>5034.9766687338</c:v>
                </c:pt>
                <c:pt idx="893">
                  <c:v>5050.70126538502</c:v>
                </c:pt>
                <c:pt idx="894">
                  <c:v>5065.8167104768</c:v>
                </c:pt>
                <c:pt idx="895">
                  <c:v>5081.42956890464</c:v>
                </c:pt>
                <c:pt idx="896">
                  <c:v>5097.64399942156</c:v>
                </c:pt>
                <c:pt idx="897">
                  <c:v>5112.96079865818</c:v>
                </c:pt>
                <c:pt idx="898">
                  <c:v>5127.67513463906</c:v>
                </c:pt>
                <c:pt idx="899">
                  <c:v>5143.80112941507</c:v>
                </c:pt>
                <c:pt idx="900">
                  <c:v>5158.86229610437</c:v>
                </c:pt>
                <c:pt idx="901">
                  <c:v>5174.08277422619</c:v>
                </c:pt>
                <c:pt idx="902">
                  <c:v>5187.96621516966</c:v>
                </c:pt>
                <c:pt idx="903">
                  <c:v>5202.25492566201</c:v>
                </c:pt>
                <c:pt idx="904">
                  <c:v>5215.88035790314</c:v>
                </c:pt>
                <c:pt idx="905">
                  <c:v>5229.54074585694</c:v>
                </c:pt>
                <c:pt idx="906">
                  <c:v>5246.32036374107</c:v>
                </c:pt>
                <c:pt idx="907">
                  <c:v>5263.9418343287</c:v>
                </c:pt>
                <c:pt idx="908">
                  <c:v>5282.05990914896</c:v>
                </c:pt>
                <c:pt idx="909">
                  <c:v>5300.2041461909</c:v>
                </c:pt>
                <c:pt idx="910">
                  <c:v>5318.37078246524</c:v>
                </c:pt>
                <c:pt idx="911">
                  <c:v>5336.281387131</c:v>
                </c:pt>
                <c:pt idx="912">
                  <c:v>5353.49089490168</c:v>
                </c:pt>
                <c:pt idx="913">
                  <c:v>5371.75844560226</c:v>
                </c:pt>
                <c:pt idx="914">
                  <c:v>5389.34823416553</c:v>
                </c:pt>
                <c:pt idx="915">
                  <c:v>5408.21136623886</c:v>
                </c:pt>
                <c:pt idx="916">
                  <c:v>5426.26940668273</c:v>
                </c:pt>
                <c:pt idx="917">
                  <c:v>5442.96961948283</c:v>
                </c:pt>
                <c:pt idx="918">
                  <c:v>5460.20112827866</c:v>
                </c:pt>
                <c:pt idx="919">
                  <c:v>5477.88281089528</c:v>
                </c:pt>
                <c:pt idx="920">
                  <c:v>5496.11091322282</c:v>
                </c:pt>
                <c:pt idx="921">
                  <c:v>5514.52742440473</c:v>
                </c:pt>
                <c:pt idx="922">
                  <c:v>5533.07834198396</c:v>
                </c:pt>
                <c:pt idx="923">
                  <c:v>5551.37607303093</c:v>
                </c:pt>
                <c:pt idx="924">
                  <c:v>5569.23064360544</c:v>
                </c:pt>
                <c:pt idx="925">
                  <c:v>5587.90131217243</c:v>
                </c:pt>
                <c:pt idx="926">
                  <c:v>5606.52001399146</c:v>
                </c:pt>
                <c:pt idx="927">
                  <c:v>5624.66724563464</c:v>
                </c:pt>
                <c:pt idx="928">
                  <c:v>5643.42010887009</c:v>
                </c:pt>
                <c:pt idx="929">
                  <c:v>5662.34624134634</c:v>
                </c:pt>
                <c:pt idx="930">
                  <c:v>5681.94968151669</c:v>
                </c:pt>
                <c:pt idx="931">
                  <c:v>5698.91870851352</c:v>
                </c:pt>
                <c:pt idx="932">
                  <c:v>5715.53101290919</c:v>
                </c:pt>
                <c:pt idx="933">
                  <c:v>5733.02350534677</c:v>
                </c:pt>
                <c:pt idx="934">
                  <c:v>5750.92867061101</c:v>
                </c:pt>
                <c:pt idx="935">
                  <c:v>5769.14034828941</c:v>
                </c:pt>
                <c:pt idx="936">
                  <c:v>5787.48214091673</c:v>
                </c:pt>
                <c:pt idx="937">
                  <c:v>5806.39330105611</c:v>
                </c:pt>
                <c:pt idx="938">
                  <c:v>5825.74269060215</c:v>
                </c:pt>
                <c:pt idx="939">
                  <c:v>5844.294456596</c:v>
                </c:pt>
                <c:pt idx="940">
                  <c:v>5864.52165958849</c:v>
                </c:pt>
                <c:pt idx="941">
                  <c:v>5884.08563065498</c:v>
                </c:pt>
                <c:pt idx="942">
                  <c:v>5904.11687568514</c:v>
                </c:pt>
                <c:pt idx="943">
                  <c:v>5924.7253192943</c:v>
                </c:pt>
                <c:pt idx="944">
                  <c:v>5944.64337674474</c:v>
                </c:pt>
                <c:pt idx="945">
                  <c:v>5963.85408100698</c:v>
                </c:pt>
                <c:pt idx="946">
                  <c:v>5983.29914132144</c:v>
                </c:pt>
                <c:pt idx="947">
                  <c:v>6003.40949651878</c:v>
                </c:pt>
                <c:pt idx="948">
                  <c:v>6022.3340795055</c:v>
                </c:pt>
                <c:pt idx="949">
                  <c:v>6041.36255045199</c:v>
                </c:pt>
                <c:pt idx="950">
                  <c:v>6061.28981342128</c:v>
                </c:pt>
                <c:pt idx="951">
                  <c:v>6081.68987849626</c:v>
                </c:pt>
                <c:pt idx="952">
                  <c:v>6101.99132178428</c:v>
                </c:pt>
                <c:pt idx="953">
                  <c:v>6121.54169986956</c:v>
                </c:pt>
                <c:pt idx="954">
                  <c:v>6140.56424639125</c:v>
                </c:pt>
                <c:pt idx="955">
                  <c:v>6161.21230251539</c:v>
                </c:pt>
                <c:pt idx="956">
                  <c:v>6182.35971918584</c:v>
                </c:pt>
                <c:pt idx="957">
                  <c:v>6202.52191132634</c:v>
                </c:pt>
                <c:pt idx="958">
                  <c:v>6222.23846068451</c:v>
                </c:pt>
                <c:pt idx="959">
                  <c:v>6242.54318846502</c:v>
                </c:pt>
                <c:pt idx="960">
                  <c:v>6262.78190831186</c:v>
                </c:pt>
                <c:pt idx="961">
                  <c:v>6283.25659534469</c:v>
                </c:pt>
                <c:pt idx="962">
                  <c:v>6302.4475900497</c:v>
                </c:pt>
                <c:pt idx="963">
                  <c:v>6322.38394056973</c:v>
                </c:pt>
                <c:pt idx="964">
                  <c:v>6343.35417905473</c:v>
                </c:pt>
                <c:pt idx="965">
                  <c:v>6363.224602667</c:v>
                </c:pt>
                <c:pt idx="966">
                  <c:v>6382.87305168944</c:v>
                </c:pt>
                <c:pt idx="967">
                  <c:v>6404.35725779451</c:v>
                </c:pt>
                <c:pt idx="968">
                  <c:v>6424.74460213255</c:v>
                </c:pt>
                <c:pt idx="969">
                  <c:v>6445.96161017084</c:v>
                </c:pt>
                <c:pt idx="970">
                  <c:v>6467.12707457191</c:v>
                </c:pt>
                <c:pt idx="971">
                  <c:v>6488.41192122452</c:v>
                </c:pt>
                <c:pt idx="972">
                  <c:v>6508.10825865353</c:v>
                </c:pt>
                <c:pt idx="973">
                  <c:v>6528.61707383852</c:v>
                </c:pt>
                <c:pt idx="974">
                  <c:v>6549.73768122433</c:v>
                </c:pt>
                <c:pt idx="975">
                  <c:v>6569.44528999121</c:v>
                </c:pt>
                <c:pt idx="976">
                  <c:v>6590.36040220456</c:v>
                </c:pt>
                <c:pt idx="977">
                  <c:v>6610.76919396008</c:v>
                </c:pt>
                <c:pt idx="978">
                  <c:v>6631.35643831949</c:v>
                </c:pt>
                <c:pt idx="979">
                  <c:v>6651.76254523021</c:v>
                </c:pt>
                <c:pt idx="980">
                  <c:v>6672.2651555543</c:v>
                </c:pt>
                <c:pt idx="981">
                  <c:v>6692.83788191955</c:v>
                </c:pt>
                <c:pt idx="982">
                  <c:v>6713.66546920983</c:v>
                </c:pt>
                <c:pt idx="983">
                  <c:v>6732.50082588344</c:v>
                </c:pt>
                <c:pt idx="984">
                  <c:v>6752.34587185209</c:v>
                </c:pt>
                <c:pt idx="985">
                  <c:v>6772.25769267462</c:v>
                </c:pt>
                <c:pt idx="986">
                  <c:v>6791.27846600731</c:v>
                </c:pt>
                <c:pt idx="987">
                  <c:v>6809.79483887867</c:v>
                </c:pt>
                <c:pt idx="988">
                  <c:v>6829.56586000215</c:v>
                </c:pt>
                <c:pt idx="989">
                  <c:v>6849.01412933751</c:v>
                </c:pt>
                <c:pt idx="990">
                  <c:v>6869.46663175664</c:v>
                </c:pt>
                <c:pt idx="991">
                  <c:v>6889.04195551625</c:v>
                </c:pt>
                <c:pt idx="992">
                  <c:v>6908.75887949158</c:v>
                </c:pt>
                <c:pt idx="993">
                  <c:v>6927.53178270595</c:v>
                </c:pt>
                <c:pt idx="994">
                  <c:v>6946.21092580413</c:v>
                </c:pt>
                <c:pt idx="995">
                  <c:v>6965.97381894439</c:v>
                </c:pt>
                <c:pt idx="996">
                  <c:v>6987.85810297114</c:v>
                </c:pt>
                <c:pt idx="997">
                  <c:v>7010.65463679108</c:v>
                </c:pt>
                <c:pt idx="998">
                  <c:v>7035.77560026096</c:v>
                </c:pt>
                <c:pt idx="999">
                  <c:v>7063.52294361811</c:v>
                </c:pt>
                <c:pt idx="1000">
                  <c:v>7098.63960377055</c:v>
                </c:pt>
                <c:pt idx="1001">
                  <c:v>7168.84533403663</c:v>
                </c:pt>
              </c:numCache>
            </c:numRef>
          </c:xVal>
          <c:yVal>
            <c:numRef>
              <c:f>'Chart Data'!$D$2:$D$1003</c:f>
              <c:numCache>
                <c:formatCode>General</c:formatCode>
                <c:ptCount val="1002"/>
                <c:pt idx="0">
                  <c:v>0</c:v>
                </c:pt>
                <c:pt idx="1">
                  <c:v>1.14403386340236E-06</c:v>
                </c:pt>
                <c:pt idx="2">
                  <c:v>0.00100102963047706</c:v>
                </c:pt>
                <c:pt idx="3">
                  <c:v>0.00200091522709072</c:v>
                </c:pt>
                <c:pt idx="4">
                  <c:v>0.00300080082370438</c:v>
                </c:pt>
                <c:pt idx="5">
                  <c:v>0.00400068642031804</c:v>
                </c:pt>
                <c:pt idx="6">
                  <c:v>0.0050005720169317</c:v>
                </c:pt>
                <c:pt idx="7">
                  <c:v>0.00600160164740876</c:v>
                </c:pt>
                <c:pt idx="8">
                  <c:v>0.00700148724402242</c:v>
                </c:pt>
                <c:pt idx="9">
                  <c:v>0.00800137284063608</c:v>
                </c:pt>
                <c:pt idx="10">
                  <c:v>0.00900125843724974</c:v>
                </c:pt>
                <c:pt idx="11">
                  <c:v>0.0100011440338634</c:v>
                </c:pt>
                <c:pt idx="12">
                  <c:v>0.0110010296304771</c:v>
                </c:pt>
                <c:pt idx="13">
                  <c:v>0.0120009152270907</c:v>
                </c:pt>
                <c:pt idx="14">
                  <c:v>0.0130008008237044</c:v>
                </c:pt>
                <c:pt idx="15">
                  <c:v>0.014000686420318</c:v>
                </c:pt>
                <c:pt idx="16">
                  <c:v>0.0150005720169317</c:v>
                </c:pt>
                <c:pt idx="17">
                  <c:v>0.0160016016474088</c:v>
                </c:pt>
                <c:pt idx="18">
                  <c:v>0.0170014872440224</c:v>
                </c:pt>
                <c:pt idx="19">
                  <c:v>0.0180013728406361</c:v>
                </c:pt>
                <c:pt idx="20">
                  <c:v>0.0190012584372497</c:v>
                </c:pt>
                <c:pt idx="21">
                  <c:v>0.0200011440338634</c:v>
                </c:pt>
                <c:pt idx="22">
                  <c:v>0.0210010296304771</c:v>
                </c:pt>
                <c:pt idx="23">
                  <c:v>0.0220009152270907</c:v>
                </c:pt>
                <c:pt idx="24">
                  <c:v>0.0230008008237044</c:v>
                </c:pt>
                <c:pt idx="25">
                  <c:v>0.024000686420318</c:v>
                </c:pt>
                <c:pt idx="26">
                  <c:v>0.0250005720169317</c:v>
                </c:pt>
                <c:pt idx="27">
                  <c:v>0.0260016016474088</c:v>
                </c:pt>
                <c:pt idx="28">
                  <c:v>0.0270014872440224</c:v>
                </c:pt>
                <c:pt idx="29">
                  <c:v>0.0280013728406361</c:v>
                </c:pt>
                <c:pt idx="30">
                  <c:v>0.0290012584372497</c:v>
                </c:pt>
                <c:pt idx="31">
                  <c:v>0.0300011440338634</c:v>
                </c:pt>
                <c:pt idx="32">
                  <c:v>0.0310010296304771</c:v>
                </c:pt>
                <c:pt idx="33">
                  <c:v>0.0320009152270907</c:v>
                </c:pt>
                <c:pt idx="34">
                  <c:v>0.0330008008237044</c:v>
                </c:pt>
                <c:pt idx="35">
                  <c:v>0.034000686420318</c:v>
                </c:pt>
                <c:pt idx="36">
                  <c:v>0.0350005720169317</c:v>
                </c:pt>
                <c:pt idx="37">
                  <c:v>0.0360016016474088</c:v>
                </c:pt>
                <c:pt idx="38">
                  <c:v>0.0370014872440224</c:v>
                </c:pt>
                <c:pt idx="39">
                  <c:v>0.0380013728406361</c:v>
                </c:pt>
                <c:pt idx="40">
                  <c:v>0.0390012584372497</c:v>
                </c:pt>
                <c:pt idx="41">
                  <c:v>0.0400011440338634</c:v>
                </c:pt>
                <c:pt idx="42">
                  <c:v>0.0410010296304771</c:v>
                </c:pt>
                <c:pt idx="43">
                  <c:v>0.0420009152270907</c:v>
                </c:pt>
                <c:pt idx="44">
                  <c:v>0.0430008008237044</c:v>
                </c:pt>
                <c:pt idx="45">
                  <c:v>0.044000686420318</c:v>
                </c:pt>
                <c:pt idx="46">
                  <c:v>0.0450005720169317</c:v>
                </c:pt>
                <c:pt idx="47">
                  <c:v>0.0460016016474088</c:v>
                </c:pt>
                <c:pt idx="48">
                  <c:v>0.0470014872440224</c:v>
                </c:pt>
                <c:pt idx="49">
                  <c:v>0.0480013728406361</c:v>
                </c:pt>
                <c:pt idx="50">
                  <c:v>0.0490012584372497</c:v>
                </c:pt>
                <c:pt idx="51">
                  <c:v>0.0500011440338634</c:v>
                </c:pt>
                <c:pt idx="52">
                  <c:v>0.0510010296304771</c:v>
                </c:pt>
                <c:pt idx="53">
                  <c:v>0.0520009152270907</c:v>
                </c:pt>
                <c:pt idx="54">
                  <c:v>0.0530008008237044</c:v>
                </c:pt>
                <c:pt idx="55">
                  <c:v>0.054000686420318</c:v>
                </c:pt>
                <c:pt idx="56">
                  <c:v>0.0550005720169317</c:v>
                </c:pt>
                <c:pt idx="57">
                  <c:v>0.0560016016474088</c:v>
                </c:pt>
                <c:pt idx="58">
                  <c:v>0.0570014872440224</c:v>
                </c:pt>
                <c:pt idx="59">
                  <c:v>0.0580013728406361</c:v>
                </c:pt>
                <c:pt idx="60">
                  <c:v>0.0590012584372497</c:v>
                </c:pt>
                <c:pt idx="61">
                  <c:v>0.0600011440338634</c:v>
                </c:pt>
                <c:pt idx="62">
                  <c:v>0.0610010296304771</c:v>
                </c:pt>
                <c:pt idx="63">
                  <c:v>0.0620009152270907</c:v>
                </c:pt>
                <c:pt idx="64">
                  <c:v>0.0630008008237044</c:v>
                </c:pt>
                <c:pt idx="65">
                  <c:v>0.064000686420318</c:v>
                </c:pt>
                <c:pt idx="66">
                  <c:v>0.0650005720169317</c:v>
                </c:pt>
                <c:pt idx="67">
                  <c:v>0.0660016016474088</c:v>
                </c:pt>
                <c:pt idx="68">
                  <c:v>0.0670014872440224</c:v>
                </c:pt>
                <c:pt idx="69">
                  <c:v>0.0680013728406361</c:v>
                </c:pt>
                <c:pt idx="70">
                  <c:v>0.0690012584372497</c:v>
                </c:pt>
                <c:pt idx="71">
                  <c:v>0.0700011440338634</c:v>
                </c:pt>
                <c:pt idx="72">
                  <c:v>0.0710010296304771</c:v>
                </c:pt>
                <c:pt idx="73">
                  <c:v>0.0720009152270907</c:v>
                </c:pt>
                <c:pt idx="74">
                  <c:v>0.0730008008237044</c:v>
                </c:pt>
                <c:pt idx="75">
                  <c:v>0.074000686420318</c:v>
                </c:pt>
                <c:pt idx="76">
                  <c:v>0.0750005720169317</c:v>
                </c:pt>
                <c:pt idx="77">
                  <c:v>0.0760016016474088</c:v>
                </c:pt>
                <c:pt idx="78">
                  <c:v>0.0770014872440224</c:v>
                </c:pt>
                <c:pt idx="79">
                  <c:v>0.0780013728406361</c:v>
                </c:pt>
                <c:pt idx="80">
                  <c:v>0.0790012584372497</c:v>
                </c:pt>
                <c:pt idx="81">
                  <c:v>0.0800011440338634</c:v>
                </c:pt>
                <c:pt idx="82">
                  <c:v>0.0810010296304771</c:v>
                </c:pt>
                <c:pt idx="83">
                  <c:v>0.0820009152270907</c:v>
                </c:pt>
                <c:pt idx="84">
                  <c:v>0.0830008008237044</c:v>
                </c:pt>
                <c:pt idx="85">
                  <c:v>0.084000686420318</c:v>
                </c:pt>
                <c:pt idx="86">
                  <c:v>0.0850005720169317</c:v>
                </c:pt>
                <c:pt idx="87">
                  <c:v>0.0860016016474088</c:v>
                </c:pt>
                <c:pt idx="88">
                  <c:v>0.0870014872440224</c:v>
                </c:pt>
                <c:pt idx="89">
                  <c:v>0.0880013728406361</c:v>
                </c:pt>
                <c:pt idx="90">
                  <c:v>0.0890012584372497</c:v>
                </c:pt>
                <c:pt idx="91">
                  <c:v>0.0900011440338634</c:v>
                </c:pt>
                <c:pt idx="92">
                  <c:v>0.0910010296304771</c:v>
                </c:pt>
                <c:pt idx="93">
                  <c:v>0.0920009152270907</c:v>
                </c:pt>
                <c:pt idx="94">
                  <c:v>0.0930008008237044</c:v>
                </c:pt>
                <c:pt idx="95">
                  <c:v>0.094000686420318</c:v>
                </c:pt>
                <c:pt idx="96">
                  <c:v>0.0950005720169317</c:v>
                </c:pt>
                <c:pt idx="97">
                  <c:v>0.0960016016474088</c:v>
                </c:pt>
                <c:pt idx="98">
                  <c:v>0.0970014872440224</c:v>
                </c:pt>
                <c:pt idx="99">
                  <c:v>0.0980013728406361</c:v>
                </c:pt>
                <c:pt idx="100">
                  <c:v>0.0990012584372497</c:v>
                </c:pt>
                <c:pt idx="101">
                  <c:v>0.100001144033863</c:v>
                </c:pt>
                <c:pt idx="102">
                  <c:v>0.101001029630477</c:v>
                </c:pt>
                <c:pt idx="103">
                  <c:v>0.102000915227091</c:v>
                </c:pt>
                <c:pt idx="104">
                  <c:v>0.103000800823704</c:v>
                </c:pt>
                <c:pt idx="105">
                  <c:v>0.104000686420318</c:v>
                </c:pt>
                <c:pt idx="106">
                  <c:v>0.105000572016932</c:v>
                </c:pt>
                <c:pt idx="107">
                  <c:v>0.106000457613545</c:v>
                </c:pt>
                <c:pt idx="108">
                  <c:v>0.107001487244022</c:v>
                </c:pt>
                <c:pt idx="109">
                  <c:v>0.108001372840636</c:v>
                </c:pt>
                <c:pt idx="110">
                  <c:v>0.10900125843725</c:v>
                </c:pt>
                <c:pt idx="111">
                  <c:v>0.110001144033863</c:v>
                </c:pt>
                <c:pt idx="112">
                  <c:v>0.111001029630477</c:v>
                </c:pt>
                <c:pt idx="113">
                  <c:v>0.112000915227091</c:v>
                </c:pt>
                <c:pt idx="114">
                  <c:v>0.113000800823704</c:v>
                </c:pt>
                <c:pt idx="115">
                  <c:v>0.114000686420318</c:v>
                </c:pt>
                <c:pt idx="116">
                  <c:v>0.115000572016932</c:v>
                </c:pt>
                <c:pt idx="117">
                  <c:v>0.116000457613545</c:v>
                </c:pt>
                <c:pt idx="118">
                  <c:v>0.117001487244022</c:v>
                </c:pt>
                <c:pt idx="119">
                  <c:v>0.118001372840636</c:v>
                </c:pt>
                <c:pt idx="120">
                  <c:v>0.11900125843725</c:v>
                </c:pt>
                <c:pt idx="121">
                  <c:v>0.120001144033863</c:v>
                </c:pt>
                <c:pt idx="122">
                  <c:v>0.121001029630477</c:v>
                </c:pt>
                <c:pt idx="123">
                  <c:v>0.122000915227091</c:v>
                </c:pt>
                <c:pt idx="124">
                  <c:v>0.123000800823704</c:v>
                </c:pt>
                <c:pt idx="125">
                  <c:v>0.124000686420318</c:v>
                </c:pt>
                <c:pt idx="126">
                  <c:v>0.125000572016932</c:v>
                </c:pt>
                <c:pt idx="127">
                  <c:v>0.126000457613545</c:v>
                </c:pt>
                <c:pt idx="128">
                  <c:v>0.127001487244022</c:v>
                </c:pt>
                <c:pt idx="129">
                  <c:v>0.128001372840636</c:v>
                </c:pt>
                <c:pt idx="130">
                  <c:v>0.12900125843725</c:v>
                </c:pt>
                <c:pt idx="131">
                  <c:v>0.130001144033863</c:v>
                </c:pt>
                <c:pt idx="132">
                  <c:v>0.131001029630477</c:v>
                </c:pt>
                <c:pt idx="133">
                  <c:v>0.132000915227091</c:v>
                </c:pt>
                <c:pt idx="134">
                  <c:v>0.133000800823704</c:v>
                </c:pt>
                <c:pt idx="135">
                  <c:v>0.134000686420318</c:v>
                </c:pt>
                <c:pt idx="136">
                  <c:v>0.135000572016932</c:v>
                </c:pt>
                <c:pt idx="137">
                  <c:v>0.136000457613545</c:v>
                </c:pt>
                <c:pt idx="138">
                  <c:v>0.137001487244022</c:v>
                </c:pt>
                <c:pt idx="139">
                  <c:v>0.138001372840636</c:v>
                </c:pt>
                <c:pt idx="140">
                  <c:v>0.13900125843725</c:v>
                </c:pt>
                <c:pt idx="141">
                  <c:v>0.140001144033863</c:v>
                </c:pt>
                <c:pt idx="142">
                  <c:v>0.141001029630477</c:v>
                </c:pt>
                <c:pt idx="143">
                  <c:v>0.142000915227091</c:v>
                </c:pt>
                <c:pt idx="144">
                  <c:v>0.143000800823704</c:v>
                </c:pt>
                <c:pt idx="145">
                  <c:v>0.144000686420318</c:v>
                </c:pt>
                <c:pt idx="146">
                  <c:v>0.145000572016932</c:v>
                </c:pt>
                <c:pt idx="147">
                  <c:v>0.146000457613545</c:v>
                </c:pt>
                <c:pt idx="148">
                  <c:v>0.147001487244022</c:v>
                </c:pt>
                <c:pt idx="149">
                  <c:v>0.148001372840636</c:v>
                </c:pt>
                <c:pt idx="150">
                  <c:v>0.14900125843725</c:v>
                </c:pt>
                <c:pt idx="151">
                  <c:v>0.150001144033863</c:v>
                </c:pt>
                <c:pt idx="152">
                  <c:v>0.151001029630477</c:v>
                </c:pt>
                <c:pt idx="153">
                  <c:v>0.152000915227091</c:v>
                </c:pt>
                <c:pt idx="154">
                  <c:v>0.153000800823704</c:v>
                </c:pt>
                <c:pt idx="155">
                  <c:v>0.154000686420318</c:v>
                </c:pt>
                <c:pt idx="156">
                  <c:v>0.155000572016932</c:v>
                </c:pt>
                <c:pt idx="157">
                  <c:v>0.156000457613545</c:v>
                </c:pt>
                <c:pt idx="158">
                  <c:v>0.157001487244022</c:v>
                </c:pt>
                <c:pt idx="159">
                  <c:v>0.158001372840636</c:v>
                </c:pt>
                <c:pt idx="160">
                  <c:v>0.15900125843725</c:v>
                </c:pt>
                <c:pt idx="161">
                  <c:v>0.160001144033863</c:v>
                </c:pt>
                <c:pt idx="162">
                  <c:v>0.161001029630477</c:v>
                </c:pt>
                <c:pt idx="163">
                  <c:v>0.162000915227091</c:v>
                </c:pt>
                <c:pt idx="164">
                  <c:v>0.163000800823704</c:v>
                </c:pt>
                <c:pt idx="165">
                  <c:v>0.164000686420318</c:v>
                </c:pt>
                <c:pt idx="166">
                  <c:v>0.165000572016932</c:v>
                </c:pt>
                <c:pt idx="167">
                  <c:v>0.166000457613545</c:v>
                </c:pt>
                <c:pt idx="168">
                  <c:v>0.167001487244022</c:v>
                </c:pt>
                <c:pt idx="169">
                  <c:v>0.168001372840636</c:v>
                </c:pt>
                <c:pt idx="170">
                  <c:v>0.16900125843725</c:v>
                </c:pt>
                <c:pt idx="171">
                  <c:v>0.170001144033863</c:v>
                </c:pt>
                <c:pt idx="172">
                  <c:v>0.171001029630477</c:v>
                </c:pt>
                <c:pt idx="173">
                  <c:v>0.172000915227091</c:v>
                </c:pt>
                <c:pt idx="174">
                  <c:v>0.173000800823704</c:v>
                </c:pt>
                <c:pt idx="175">
                  <c:v>0.174000686420318</c:v>
                </c:pt>
                <c:pt idx="176">
                  <c:v>0.175000572016932</c:v>
                </c:pt>
                <c:pt idx="177">
                  <c:v>0.176000457613545</c:v>
                </c:pt>
                <c:pt idx="178">
                  <c:v>0.177001487244022</c:v>
                </c:pt>
                <c:pt idx="179">
                  <c:v>0.178001372840636</c:v>
                </c:pt>
                <c:pt idx="180">
                  <c:v>0.17900125843725</c:v>
                </c:pt>
                <c:pt idx="181">
                  <c:v>0.180001144033863</c:v>
                </c:pt>
                <c:pt idx="182">
                  <c:v>0.181001029630477</c:v>
                </c:pt>
                <c:pt idx="183">
                  <c:v>0.182000915227091</c:v>
                </c:pt>
                <c:pt idx="184">
                  <c:v>0.183000800823704</c:v>
                </c:pt>
                <c:pt idx="185">
                  <c:v>0.184000686420318</c:v>
                </c:pt>
                <c:pt idx="186">
                  <c:v>0.185000572016932</c:v>
                </c:pt>
                <c:pt idx="187">
                  <c:v>0.186000457613545</c:v>
                </c:pt>
                <c:pt idx="188">
                  <c:v>0.187001487244022</c:v>
                </c:pt>
                <c:pt idx="189">
                  <c:v>0.188001372840636</c:v>
                </c:pt>
                <c:pt idx="190">
                  <c:v>0.18900125843725</c:v>
                </c:pt>
                <c:pt idx="191">
                  <c:v>0.190001144033863</c:v>
                </c:pt>
                <c:pt idx="192">
                  <c:v>0.191001029630477</c:v>
                </c:pt>
                <c:pt idx="193">
                  <c:v>0.192000915227091</c:v>
                </c:pt>
                <c:pt idx="194">
                  <c:v>0.193000800823704</c:v>
                </c:pt>
                <c:pt idx="195">
                  <c:v>0.194000686420318</c:v>
                </c:pt>
                <c:pt idx="196">
                  <c:v>0.195000572016932</c:v>
                </c:pt>
                <c:pt idx="197">
                  <c:v>0.196000457613545</c:v>
                </c:pt>
                <c:pt idx="198">
                  <c:v>0.197001487244022</c:v>
                </c:pt>
                <c:pt idx="199">
                  <c:v>0.198001372840636</c:v>
                </c:pt>
                <c:pt idx="200">
                  <c:v>0.19900125843725</c:v>
                </c:pt>
                <c:pt idx="201">
                  <c:v>0.200001144033863</c:v>
                </c:pt>
                <c:pt idx="202">
                  <c:v>0.201001029630477</c:v>
                </c:pt>
                <c:pt idx="203">
                  <c:v>0.202000915227091</c:v>
                </c:pt>
                <c:pt idx="204">
                  <c:v>0.203000800823704</c:v>
                </c:pt>
                <c:pt idx="205">
                  <c:v>0.204000686420318</c:v>
                </c:pt>
                <c:pt idx="206">
                  <c:v>0.205000572016932</c:v>
                </c:pt>
                <c:pt idx="207">
                  <c:v>0.206000457613545</c:v>
                </c:pt>
                <c:pt idx="208">
                  <c:v>0.207000343210159</c:v>
                </c:pt>
                <c:pt idx="209">
                  <c:v>0.208001372840636</c:v>
                </c:pt>
                <c:pt idx="210">
                  <c:v>0.20900125843725</c:v>
                </c:pt>
                <c:pt idx="211">
                  <c:v>0.210001144033863</c:v>
                </c:pt>
                <c:pt idx="212">
                  <c:v>0.211001029630477</c:v>
                </c:pt>
                <c:pt idx="213">
                  <c:v>0.212000915227091</c:v>
                </c:pt>
                <c:pt idx="214">
                  <c:v>0.213000800823704</c:v>
                </c:pt>
                <c:pt idx="215">
                  <c:v>0.214000686420318</c:v>
                </c:pt>
                <c:pt idx="216">
                  <c:v>0.215000572016932</c:v>
                </c:pt>
                <c:pt idx="217">
                  <c:v>0.216000457613545</c:v>
                </c:pt>
                <c:pt idx="218">
                  <c:v>0.217000343210159</c:v>
                </c:pt>
                <c:pt idx="219">
                  <c:v>0.218001372840636</c:v>
                </c:pt>
                <c:pt idx="220">
                  <c:v>0.21900125843725</c:v>
                </c:pt>
                <c:pt idx="221">
                  <c:v>0.220001144033863</c:v>
                </c:pt>
                <c:pt idx="222">
                  <c:v>0.221001029630477</c:v>
                </c:pt>
                <c:pt idx="223">
                  <c:v>0.222000915227091</c:v>
                </c:pt>
                <c:pt idx="224">
                  <c:v>0.223000800823704</c:v>
                </c:pt>
                <c:pt idx="225">
                  <c:v>0.224000686420318</c:v>
                </c:pt>
                <c:pt idx="226">
                  <c:v>0.225000572016932</c:v>
                </c:pt>
                <c:pt idx="227">
                  <c:v>0.226000457613545</c:v>
                </c:pt>
                <c:pt idx="228">
                  <c:v>0.227000343210159</c:v>
                </c:pt>
                <c:pt idx="229">
                  <c:v>0.228001372840636</c:v>
                </c:pt>
                <c:pt idx="230">
                  <c:v>0.22900125843725</c:v>
                </c:pt>
                <c:pt idx="231">
                  <c:v>0.230001144033863</c:v>
                </c:pt>
                <c:pt idx="232">
                  <c:v>0.231001029630477</c:v>
                </c:pt>
                <c:pt idx="233">
                  <c:v>0.232000915227091</c:v>
                </c:pt>
                <c:pt idx="234">
                  <c:v>0.233000800823704</c:v>
                </c:pt>
                <c:pt idx="235">
                  <c:v>0.234000686420318</c:v>
                </c:pt>
                <c:pt idx="236">
                  <c:v>0.235000572016932</c:v>
                </c:pt>
                <c:pt idx="237">
                  <c:v>0.236000457613545</c:v>
                </c:pt>
                <c:pt idx="238">
                  <c:v>0.237000343210159</c:v>
                </c:pt>
                <c:pt idx="239">
                  <c:v>0.238001372840636</c:v>
                </c:pt>
                <c:pt idx="240">
                  <c:v>0.23900125843725</c:v>
                </c:pt>
                <c:pt idx="241">
                  <c:v>0.240001144033863</c:v>
                </c:pt>
                <c:pt idx="242">
                  <c:v>0.241001029630477</c:v>
                </c:pt>
                <c:pt idx="243">
                  <c:v>0.242000915227091</c:v>
                </c:pt>
                <c:pt idx="244">
                  <c:v>0.243000800823704</c:v>
                </c:pt>
                <c:pt idx="245">
                  <c:v>0.244000686420318</c:v>
                </c:pt>
                <c:pt idx="246">
                  <c:v>0.245000572016932</c:v>
                </c:pt>
                <c:pt idx="247">
                  <c:v>0.246000457613545</c:v>
                </c:pt>
                <c:pt idx="248">
                  <c:v>0.247000343210159</c:v>
                </c:pt>
                <c:pt idx="249">
                  <c:v>0.248001372840636</c:v>
                </c:pt>
                <c:pt idx="250">
                  <c:v>0.24900125843725</c:v>
                </c:pt>
                <c:pt idx="251">
                  <c:v>0.250001144033863</c:v>
                </c:pt>
                <c:pt idx="252">
                  <c:v>0.251001029630477</c:v>
                </c:pt>
                <c:pt idx="253">
                  <c:v>0.252000915227091</c:v>
                </c:pt>
                <c:pt idx="254">
                  <c:v>0.253000800823704</c:v>
                </c:pt>
                <c:pt idx="255">
                  <c:v>0.254000686420318</c:v>
                </c:pt>
                <c:pt idx="256">
                  <c:v>0.255000572016932</c:v>
                </c:pt>
                <c:pt idx="257">
                  <c:v>0.256000457613545</c:v>
                </c:pt>
                <c:pt idx="258">
                  <c:v>0.257000343210159</c:v>
                </c:pt>
                <c:pt idx="259">
                  <c:v>0.258001372840636</c:v>
                </c:pt>
                <c:pt idx="260">
                  <c:v>0.25900125843725</c:v>
                </c:pt>
                <c:pt idx="261">
                  <c:v>0.260001144033863</c:v>
                </c:pt>
                <c:pt idx="262">
                  <c:v>0.261001029630477</c:v>
                </c:pt>
                <c:pt idx="263">
                  <c:v>0.262000915227091</c:v>
                </c:pt>
                <c:pt idx="264">
                  <c:v>0.263000800823704</c:v>
                </c:pt>
                <c:pt idx="265">
                  <c:v>0.264000686420318</c:v>
                </c:pt>
                <c:pt idx="266">
                  <c:v>0.265000572016932</c:v>
                </c:pt>
                <c:pt idx="267">
                  <c:v>0.266000457613545</c:v>
                </c:pt>
                <c:pt idx="268">
                  <c:v>0.267000343210159</c:v>
                </c:pt>
                <c:pt idx="269">
                  <c:v>0.268001372840636</c:v>
                </c:pt>
                <c:pt idx="270">
                  <c:v>0.26900125843725</c:v>
                </c:pt>
                <c:pt idx="271">
                  <c:v>0.270001144033863</c:v>
                </c:pt>
                <c:pt idx="272">
                  <c:v>0.271001029630477</c:v>
                </c:pt>
                <c:pt idx="273">
                  <c:v>0.272000915227091</c:v>
                </c:pt>
                <c:pt idx="274">
                  <c:v>0.273000800823704</c:v>
                </c:pt>
                <c:pt idx="275">
                  <c:v>0.274000686420318</c:v>
                </c:pt>
                <c:pt idx="276">
                  <c:v>0.275000572016932</c:v>
                </c:pt>
                <c:pt idx="277">
                  <c:v>0.276000457613545</c:v>
                </c:pt>
                <c:pt idx="278">
                  <c:v>0.277000343210159</c:v>
                </c:pt>
                <c:pt idx="279">
                  <c:v>0.278001372840636</c:v>
                </c:pt>
                <c:pt idx="280">
                  <c:v>0.27900125843725</c:v>
                </c:pt>
                <c:pt idx="281">
                  <c:v>0.280001144033863</c:v>
                </c:pt>
                <c:pt idx="282">
                  <c:v>0.281001029630477</c:v>
                </c:pt>
                <c:pt idx="283">
                  <c:v>0.282000915227091</c:v>
                </c:pt>
                <c:pt idx="284">
                  <c:v>0.283000800823704</c:v>
                </c:pt>
                <c:pt idx="285">
                  <c:v>0.284000686420318</c:v>
                </c:pt>
                <c:pt idx="286">
                  <c:v>0.285000572016932</c:v>
                </c:pt>
                <c:pt idx="287">
                  <c:v>0.286000457613545</c:v>
                </c:pt>
                <c:pt idx="288">
                  <c:v>0.287000343210159</c:v>
                </c:pt>
                <c:pt idx="289">
                  <c:v>0.288001372840636</c:v>
                </c:pt>
                <c:pt idx="290">
                  <c:v>0.28900125843725</c:v>
                </c:pt>
                <c:pt idx="291">
                  <c:v>0.290001144033863</c:v>
                </c:pt>
                <c:pt idx="292">
                  <c:v>0.291001029630477</c:v>
                </c:pt>
                <c:pt idx="293">
                  <c:v>0.292000915227091</c:v>
                </c:pt>
                <c:pt idx="294">
                  <c:v>0.293000800823704</c:v>
                </c:pt>
                <c:pt idx="295">
                  <c:v>0.294000686420318</c:v>
                </c:pt>
                <c:pt idx="296">
                  <c:v>0.295000572016932</c:v>
                </c:pt>
                <c:pt idx="297">
                  <c:v>0.296000457613545</c:v>
                </c:pt>
                <c:pt idx="298">
                  <c:v>0.297000343210159</c:v>
                </c:pt>
                <c:pt idx="299">
                  <c:v>0.298001372840636</c:v>
                </c:pt>
                <c:pt idx="300">
                  <c:v>0.29900125843725</c:v>
                </c:pt>
                <c:pt idx="301">
                  <c:v>0.300001144033863</c:v>
                </c:pt>
                <c:pt idx="302">
                  <c:v>0.301001029630477</c:v>
                </c:pt>
                <c:pt idx="303">
                  <c:v>0.302000915227091</c:v>
                </c:pt>
                <c:pt idx="304">
                  <c:v>0.303000800823704</c:v>
                </c:pt>
                <c:pt idx="305">
                  <c:v>0.304000686420318</c:v>
                </c:pt>
                <c:pt idx="306">
                  <c:v>0.305000572016932</c:v>
                </c:pt>
                <c:pt idx="307">
                  <c:v>0.306000457613545</c:v>
                </c:pt>
                <c:pt idx="308">
                  <c:v>0.307000343210159</c:v>
                </c:pt>
                <c:pt idx="309">
                  <c:v>0.308000228806773</c:v>
                </c:pt>
                <c:pt idx="310">
                  <c:v>0.30900125843725</c:v>
                </c:pt>
                <c:pt idx="311">
                  <c:v>0.310001144033863</c:v>
                </c:pt>
                <c:pt idx="312">
                  <c:v>0.311001029630477</c:v>
                </c:pt>
                <c:pt idx="313">
                  <c:v>0.312000915227091</c:v>
                </c:pt>
                <c:pt idx="314">
                  <c:v>0.313000800823704</c:v>
                </c:pt>
                <c:pt idx="315">
                  <c:v>0.314000686420318</c:v>
                </c:pt>
                <c:pt idx="316">
                  <c:v>0.315000572016932</c:v>
                </c:pt>
                <c:pt idx="317">
                  <c:v>0.316000457613545</c:v>
                </c:pt>
                <c:pt idx="318">
                  <c:v>0.317000343210159</c:v>
                </c:pt>
                <c:pt idx="319">
                  <c:v>0.318000228806773</c:v>
                </c:pt>
                <c:pt idx="320">
                  <c:v>0.31900125843725</c:v>
                </c:pt>
                <c:pt idx="321">
                  <c:v>0.320001144033863</c:v>
                </c:pt>
                <c:pt idx="322">
                  <c:v>0.321001029630477</c:v>
                </c:pt>
                <c:pt idx="323">
                  <c:v>0.322000915227091</c:v>
                </c:pt>
                <c:pt idx="324">
                  <c:v>0.323000800823704</c:v>
                </c:pt>
                <c:pt idx="325">
                  <c:v>0.324000686420318</c:v>
                </c:pt>
                <c:pt idx="326">
                  <c:v>0.325000572016932</c:v>
                </c:pt>
                <c:pt idx="327">
                  <c:v>0.326000457613545</c:v>
                </c:pt>
                <c:pt idx="328">
                  <c:v>0.327000343210159</c:v>
                </c:pt>
                <c:pt idx="329">
                  <c:v>0.328000228806773</c:v>
                </c:pt>
                <c:pt idx="330">
                  <c:v>0.32900125843725</c:v>
                </c:pt>
                <c:pt idx="331">
                  <c:v>0.330001144033863</c:v>
                </c:pt>
                <c:pt idx="332">
                  <c:v>0.331001029630477</c:v>
                </c:pt>
                <c:pt idx="333">
                  <c:v>0.332000915227091</c:v>
                </c:pt>
                <c:pt idx="334">
                  <c:v>0.333000800823704</c:v>
                </c:pt>
                <c:pt idx="335">
                  <c:v>0.334000686420318</c:v>
                </c:pt>
                <c:pt idx="336">
                  <c:v>0.335000572016932</c:v>
                </c:pt>
                <c:pt idx="337">
                  <c:v>0.336000457613545</c:v>
                </c:pt>
                <c:pt idx="338">
                  <c:v>0.337000343210159</c:v>
                </c:pt>
                <c:pt idx="339">
                  <c:v>0.338000228806773</c:v>
                </c:pt>
                <c:pt idx="340">
                  <c:v>0.33900125843725</c:v>
                </c:pt>
                <c:pt idx="341">
                  <c:v>0.340001144033863</c:v>
                </c:pt>
                <c:pt idx="342">
                  <c:v>0.341001029630477</c:v>
                </c:pt>
                <c:pt idx="343">
                  <c:v>0.342000915227091</c:v>
                </c:pt>
                <c:pt idx="344">
                  <c:v>0.343000800823704</c:v>
                </c:pt>
                <c:pt idx="345">
                  <c:v>0.344000686420318</c:v>
                </c:pt>
                <c:pt idx="346">
                  <c:v>0.345000572016932</c:v>
                </c:pt>
                <c:pt idx="347">
                  <c:v>0.346000457613545</c:v>
                </c:pt>
                <c:pt idx="348">
                  <c:v>0.347000343210159</c:v>
                </c:pt>
                <c:pt idx="349">
                  <c:v>0.348000228806773</c:v>
                </c:pt>
                <c:pt idx="350">
                  <c:v>0.34900125843725</c:v>
                </c:pt>
                <c:pt idx="351">
                  <c:v>0.350001144033863</c:v>
                </c:pt>
                <c:pt idx="352">
                  <c:v>0.351001029630477</c:v>
                </c:pt>
                <c:pt idx="353">
                  <c:v>0.352000915227091</c:v>
                </c:pt>
                <c:pt idx="354">
                  <c:v>0.353000800823704</c:v>
                </c:pt>
                <c:pt idx="355">
                  <c:v>0.354000686420318</c:v>
                </c:pt>
                <c:pt idx="356">
                  <c:v>0.355000572016932</c:v>
                </c:pt>
                <c:pt idx="357">
                  <c:v>0.356000457613545</c:v>
                </c:pt>
                <c:pt idx="358">
                  <c:v>0.357000343210159</c:v>
                </c:pt>
                <c:pt idx="359">
                  <c:v>0.358000228806773</c:v>
                </c:pt>
                <c:pt idx="360">
                  <c:v>0.35900125843725</c:v>
                </c:pt>
                <c:pt idx="361">
                  <c:v>0.360001144033863</c:v>
                </c:pt>
                <c:pt idx="362">
                  <c:v>0.361001029630477</c:v>
                </c:pt>
                <c:pt idx="363">
                  <c:v>0.362000915227091</c:v>
                </c:pt>
                <c:pt idx="364">
                  <c:v>0.363000800823704</c:v>
                </c:pt>
                <c:pt idx="365">
                  <c:v>0.364000686420318</c:v>
                </c:pt>
                <c:pt idx="366">
                  <c:v>0.365000572016932</c:v>
                </c:pt>
                <c:pt idx="367">
                  <c:v>0.366000457613545</c:v>
                </c:pt>
                <c:pt idx="368">
                  <c:v>0.367000343210159</c:v>
                </c:pt>
                <c:pt idx="369">
                  <c:v>0.368000228806773</c:v>
                </c:pt>
                <c:pt idx="370">
                  <c:v>0.36900125843725</c:v>
                </c:pt>
                <c:pt idx="371">
                  <c:v>0.370001144033863</c:v>
                </c:pt>
                <c:pt idx="372">
                  <c:v>0.371001029630477</c:v>
                </c:pt>
                <c:pt idx="373">
                  <c:v>0.372000915227091</c:v>
                </c:pt>
                <c:pt idx="374">
                  <c:v>0.373000800823704</c:v>
                </c:pt>
                <c:pt idx="375">
                  <c:v>0.374000686420318</c:v>
                </c:pt>
                <c:pt idx="376">
                  <c:v>0.375000572016932</c:v>
                </c:pt>
                <c:pt idx="377">
                  <c:v>0.376000457613545</c:v>
                </c:pt>
                <c:pt idx="378">
                  <c:v>0.377000343210159</c:v>
                </c:pt>
                <c:pt idx="379">
                  <c:v>0.378000228806773</c:v>
                </c:pt>
                <c:pt idx="380">
                  <c:v>0.37900125843725</c:v>
                </c:pt>
                <c:pt idx="381">
                  <c:v>0.380001144033863</c:v>
                </c:pt>
                <c:pt idx="382">
                  <c:v>0.381001029630477</c:v>
                </c:pt>
                <c:pt idx="383">
                  <c:v>0.382000915227091</c:v>
                </c:pt>
                <c:pt idx="384">
                  <c:v>0.383000800823704</c:v>
                </c:pt>
                <c:pt idx="385">
                  <c:v>0.384000686420318</c:v>
                </c:pt>
                <c:pt idx="386">
                  <c:v>0.385000572016932</c:v>
                </c:pt>
                <c:pt idx="387">
                  <c:v>0.386000457613545</c:v>
                </c:pt>
                <c:pt idx="388">
                  <c:v>0.387000343210159</c:v>
                </c:pt>
                <c:pt idx="389">
                  <c:v>0.388000228806773</c:v>
                </c:pt>
                <c:pt idx="390">
                  <c:v>0.38900125843725</c:v>
                </c:pt>
                <c:pt idx="391">
                  <c:v>0.390001144033863</c:v>
                </c:pt>
                <c:pt idx="392">
                  <c:v>0.391001029630477</c:v>
                </c:pt>
                <c:pt idx="393">
                  <c:v>0.392000915227091</c:v>
                </c:pt>
                <c:pt idx="394">
                  <c:v>0.393000800823704</c:v>
                </c:pt>
                <c:pt idx="395">
                  <c:v>0.394000686420318</c:v>
                </c:pt>
                <c:pt idx="396">
                  <c:v>0.395000572016932</c:v>
                </c:pt>
                <c:pt idx="397">
                  <c:v>0.396000457613545</c:v>
                </c:pt>
                <c:pt idx="398">
                  <c:v>0.397000343210159</c:v>
                </c:pt>
                <c:pt idx="399">
                  <c:v>0.398000228806773</c:v>
                </c:pt>
                <c:pt idx="400">
                  <c:v>0.39900125843725</c:v>
                </c:pt>
                <c:pt idx="401">
                  <c:v>0.400001144033863</c:v>
                </c:pt>
                <c:pt idx="402">
                  <c:v>0.401001029630477</c:v>
                </c:pt>
                <c:pt idx="403">
                  <c:v>0.402000915227091</c:v>
                </c:pt>
                <c:pt idx="404">
                  <c:v>0.403000800823704</c:v>
                </c:pt>
                <c:pt idx="405">
                  <c:v>0.404000686420318</c:v>
                </c:pt>
                <c:pt idx="406">
                  <c:v>0.405000572016932</c:v>
                </c:pt>
                <c:pt idx="407">
                  <c:v>0.406000457613545</c:v>
                </c:pt>
                <c:pt idx="408">
                  <c:v>0.407000343210159</c:v>
                </c:pt>
                <c:pt idx="409">
                  <c:v>0.408000228806773</c:v>
                </c:pt>
                <c:pt idx="410">
                  <c:v>0.409000114403386</c:v>
                </c:pt>
                <c:pt idx="411">
                  <c:v>0.410001144033863</c:v>
                </c:pt>
                <c:pt idx="412">
                  <c:v>0.411001029630477</c:v>
                </c:pt>
                <c:pt idx="413">
                  <c:v>0.412000915227091</c:v>
                </c:pt>
                <c:pt idx="414">
                  <c:v>0.413000800823704</c:v>
                </c:pt>
                <c:pt idx="415">
                  <c:v>0.414000686420318</c:v>
                </c:pt>
                <c:pt idx="416">
                  <c:v>0.415000572016932</c:v>
                </c:pt>
                <c:pt idx="417">
                  <c:v>0.416000457613545</c:v>
                </c:pt>
                <c:pt idx="418">
                  <c:v>0.417000343210159</c:v>
                </c:pt>
                <c:pt idx="419">
                  <c:v>0.418000228806773</c:v>
                </c:pt>
                <c:pt idx="420">
                  <c:v>0.419000114403386</c:v>
                </c:pt>
                <c:pt idx="421">
                  <c:v>0.420001144033863</c:v>
                </c:pt>
                <c:pt idx="422">
                  <c:v>0.421001029630477</c:v>
                </c:pt>
                <c:pt idx="423">
                  <c:v>0.422000915227091</c:v>
                </c:pt>
                <c:pt idx="424">
                  <c:v>0.423000800823704</c:v>
                </c:pt>
                <c:pt idx="425">
                  <c:v>0.424000686420318</c:v>
                </c:pt>
                <c:pt idx="426">
                  <c:v>0.425000572016932</c:v>
                </c:pt>
                <c:pt idx="427">
                  <c:v>0.426000457613545</c:v>
                </c:pt>
                <c:pt idx="428">
                  <c:v>0.427000343210159</c:v>
                </c:pt>
                <c:pt idx="429">
                  <c:v>0.428000228806773</c:v>
                </c:pt>
                <c:pt idx="430">
                  <c:v>0.429000114403386</c:v>
                </c:pt>
                <c:pt idx="431">
                  <c:v>0.430001144033863</c:v>
                </c:pt>
                <c:pt idx="432">
                  <c:v>0.431001029630477</c:v>
                </c:pt>
                <c:pt idx="433">
                  <c:v>0.432000915227091</c:v>
                </c:pt>
                <c:pt idx="434">
                  <c:v>0.433000800823704</c:v>
                </c:pt>
                <c:pt idx="435">
                  <c:v>0.434000686420318</c:v>
                </c:pt>
                <c:pt idx="436">
                  <c:v>0.435000572016932</c:v>
                </c:pt>
                <c:pt idx="437">
                  <c:v>0.436000457613545</c:v>
                </c:pt>
                <c:pt idx="438">
                  <c:v>0.437000343210159</c:v>
                </c:pt>
                <c:pt idx="439">
                  <c:v>0.438000228806773</c:v>
                </c:pt>
                <c:pt idx="440">
                  <c:v>0.439000114403386</c:v>
                </c:pt>
                <c:pt idx="441">
                  <c:v>0.440001144033863</c:v>
                </c:pt>
                <c:pt idx="442">
                  <c:v>0.441001029630477</c:v>
                </c:pt>
                <c:pt idx="443">
                  <c:v>0.442000915227091</c:v>
                </c:pt>
                <c:pt idx="444">
                  <c:v>0.443000800823704</c:v>
                </c:pt>
                <c:pt idx="445">
                  <c:v>0.444000686420318</c:v>
                </c:pt>
                <c:pt idx="446">
                  <c:v>0.445000572016932</c:v>
                </c:pt>
                <c:pt idx="447">
                  <c:v>0.446000457613545</c:v>
                </c:pt>
                <c:pt idx="448">
                  <c:v>0.447000343210159</c:v>
                </c:pt>
                <c:pt idx="449">
                  <c:v>0.448000228806773</c:v>
                </c:pt>
                <c:pt idx="450">
                  <c:v>0.449000114403386</c:v>
                </c:pt>
                <c:pt idx="451">
                  <c:v>0.450001144033863</c:v>
                </c:pt>
                <c:pt idx="452">
                  <c:v>0.451001029630477</c:v>
                </c:pt>
                <c:pt idx="453">
                  <c:v>0.452000915227091</c:v>
                </c:pt>
                <c:pt idx="454">
                  <c:v>0.453000800823704</c:v>
                </c:pt>
                <c:pt idx="455">
                  <c:v>0.454000686420318</c:v>
                </c:pt>
                <c:pt idx="456">
                  <c:v>0.455000572016932</c:v>
                </c:pt>
                <c:pt idx="457">
                  <c:v>0.456000457613545</c:v>
                </c:pt>
                <c:pt idx="458">
                  <c:v>0.457000343210159</c:v>
                </c:pt>
                <c:pt idx="459">
                  <c:v>0.458000228806773</c:v>
                </c:pt>
                <c:pt idx="460">
                  <c:v>0.459000114403386</c:v>
                </c:pt>
                <c:pt idx="461">
                  <c:v>0.460001144033863</c:v>
                </c:pt>
                <c:pt idx="462">
                  <c:v>0.461001029630477</c:v>
                </c:pt>
                <c:pt idx="463">
                  <c:v>0.462000915227091</c:v>
                </c:pt>
                <c:pt idx="464">
                  <c:v>0.463000800823704</c:v>
                </c:pt>
                <c:pt idx="465">
                  <c:v>0.464000686420318</c:v>
                </c:pt>
                <c:pt idx="466">
                  <c:v>0.465000572016932</c:v>
                </c:pt>
                <c:pt idx="467">
                  <c:v>0.466000457613545</c:v>
                </c:pt>
                <c:pt idx="468">
                  <c:v>0.467000343210159</c:v>
                </c:pt>
                <c:pt idx="469">
                  <c:v>0.468000228806773</c:v>
                </c:pt>
                <c:pt idx="470">
                  <c:v>0.469000114403386</c:v>
                </c:pt>
                <c:pt idx="471">
                  <c:v>0.470001144033863</c:v>
                </c:pt>
                <c:pt idx="472">
                  <c:v>0.471001029630477</c:v>
                </c:pt>
                <c:pt idx="473">
                  <c:v>0.472000915227091</c:v>
                </c:pt>
                <c:pt idx="474">
                  <c:v>0.473000800823704</c:v>
                </c:pt>
                <c:pt idx="475">
                  <c:v>0.474000686420318</c:v>
                </c:pt>
                <c:pt idx="476">
                  <c:v>0.475000572016932</c:v>
                </c:pt>
                <c:pt idx="477">
                  <c:v>0.476000457613545</c:v>
                </c:pt>
                <c:pt idx="478">
                  <c:v>0.477000343210159</c:v>
                </c:pt>
                <c:pt idx="479">
                  <c:v>0.478000228806773</c:v>
                </c:pt>
                <c:pt idx="480">
                  <c:v>0.479000114403386</c:v>
                </c:pt>
                <c:pt idx="481">
                  <c:v>0.480001144033863</c:v>
                </c:pt>
                <c:pt idx="482">
                  <c:v>0.481001029630477</c:v>
                </c:pt>
                <c:pt idx="483">
                  <c:v>0.482000915227091</c:v>
                </c:pt>
                <c:pt idx="484">
                  <c:v>0.483000800823704</c:v>
                </c:pt>
                <c:pt idx="485">
                  <c:v>0.484000686420318</c:v>
                </c:pt>
                <c:pt idx="486">
                  <c:v>0.485000572016932</c:v>
                </c:pt>
                <c:pt idx="487">
                  <c:v>0.486000457613545</c:v>
                </c:pt>
                <c:pt idx="488">
                  <c:v>0.487000343210159</c:v>
                </c:pt>
                <c:pt idx="489">
                  <c:v>0.488000228806773</c:v>
                </c:pt>
                <c:pt idx="490">
                  <c:v>0.489000114403386</c:v>
                </c:pt>
                <c:pt idx="491">
                  <c:v>0.490001144033863</c:v>
                </c:pt>
                <c:pt idx="492">
                  <c:v>0.491001029630477</c:v>
                </c:pt>
                <c:pt idx="493">
                  <c:v>0.492000915227091</c:v>
                </c:pt>
                <c:pt idx="494">
                  <c:v>0.493000800823704</c:v>
                </c:pt>
                <c:pt idx="495">
                  <c:v>0.494000686420318</c:v>
                </c:pt>
                <c:pt idx="496">
                  <c:v>0.495000572016932</c:v>
                </c:pt>
                <c:pt idx="497">
                  <c:v>0.496000457613545</c:v>
                </c:pt>
                <c:pt idx="498">
                  <c:v>0.497000343210159</c:v>
                </c:pt>
                <c:pt idx="499">
                  <c:v>0.498000228806773</c:v>
                </c:pt>
                <c:pt idx="500">
                  <c:v>0.499000114403386</c:v>
                </c:pt>
                <c:pt idx="501">
                  <c:v>0.500001144033863</c:v>
                </c:pt>
                <c:pt idx="502">
                  <c:v>0.501001029630477</c:v>
                </c:pt>
                <c:pt idx="503">
                  <c:v>0.502000915227091</c:v>
                </c:pt>
                <c:pt idx="504">
                  <c:v>0.503000800823704</c:v>
                </c:pt>
                <c:pt idx="505">
                  <c:v>0.504000686420318</c:v>
                </c:pt>
                <c:pt idx="506">
                  <c:v>0.505000572016932</c:v>
                </c:pt>
                <c:pt idx="507">
                  <c:v>0.506000457613545</c:v>
                </c:pt>
                <c:pt idx="508">
                  <c:v>0.507000343210159</c:v>
                </c:pt>
                <c:pt idx="509">
                  <c:v>0.508000228806773</c:v>
                </c:pt>
                <c:pt idx="510">
                  <c:v>0.509000114403386</c:v>
                </c:pt>
                <c:pt idx="511">
                  <c:v>0.51</c:v>
                </c:pt>
                <c:pt idx="512">
                  <c:v>0.511001029630477</c:v>
                </c:pt>
                <c:pt idx="513">
                  <c:v>0.512000915227091</c:v>
                </c:pt>
                <c:pt idx="514">
                  <c:v>0.513000800823704</c:v>
                </c:pt>
                <c:pt idx="515">
                  <c:v>0.514000686420318</c:v>
                </c:pt>
                <c:pt idx="516">
                  <c:v>0.515000572016932</c:v>
                </c:pt>
                <c:pt idx="517">
                  <c:v>0.516000457613545</c:v>
                </c:pt>
                <c:pt idx="518">
                  <c:v>0.517000343210159</c:v>
                </c:pt>
                <c:pt idx="519">
                  <c:v>0.518000228806773</c:v>
                </c:pt>
                <c:pt idx="520">
                  <c:v>0.519000114403386</c:v>
                </c:pt>
                <c:pt idx="521">
                  <c:v>0.52</c:v>
                </c:pt>
                <c:pt idx="522">
                  <c:v>0.521001029630477</c:v>
                </c:pt>
                <c:pt idx="523">
                  <c:v>0.522000915227091</c:v>
                </c:pt>
                <c:pt idx="524">
                  <c:v>0.523000800823704</c:v>
                </c:pt>
                <c:pt idx="525">
                  <c:v>0.524000686420318</c:v>
                </c:pt>
                <c:pt idx="526">
                  <c:v>0.525000572016932</c:v>
                </c:pt>
                <c:pt idx="527">
                  <c:v>0.526000457613545</c:v>
                </c:pt>
                <c:pt idx="528">
                  <c:v>0.527000343210159</c:v>
                </c:pt>
                <c:pt idx="529">
                  <c:v>0.528000228806773</c:v>
                </c:pt>
                <c:pt idx="530">
                  <c:v>0.529000114403386</c:v>
                </c:pt>
                <c:pt idx="531">
                  <c:v>0.53</c:v>
                </c:pt>
                <c:pt idx="532">
                  <c:v>0.531001029630477</c:v>
                </c:pt>
                <c:pt idx="533">
                  <c:v>0.532000915227091</c:v>
                </c:pt>
                <c:pt idx="534">
                  <c:v>0.533000800823704</c:v>
                </c:pt>
                <c:pt idx="535">
                  <c:v>0.534000686420318</c:v>
                </c:pt>
                <c:pt idx="536">
                  <c:v>0.535000572016932</c:v>
                </c:pt>
                <c:pt idx="537">
                  <c:v>0.536000457613545</c:v>
                </c:pt>
                <c:pt idx="538">
                  <c:v>0.537000343210159</c:v>
                </c:pt>
                <c:pt idx="539">
                  <c:v>0.538000228806773</c:v>
                </c:pt>
                <c:pt idx="540">
                  <c:v>0.539000114403386</c:v>
                </c:pt>
                <c:pt idx="541">
                  <c:v>0.54</c:v>
                </c:pt>
                <c:pt idx="542">
                  <c:v>0.541001029630477</c:v>
                </c:pt>
                <c:pt idx="543">
                  <c:v>0.542000915227091</c:v>
                </c:pt>
                <c:pt idx="544">
                  <c:v>0.543000800823704</c:v>
                </c:pt>
                <c:pt idx="545">
                  <c:v>0.544000686420318</c:v>
                </c:pt>
                <c:pt idx="546">
                  <c:v>0.545000572016932</c:v>
                </c:pt>
                <c:pt idx="547">
                  <c:v>0.546000457613545</c:v>
                </c:pt>
                <c:pt idx="548">
                  <c:v>0.547000343210159</c:v>
                </c:pt>
                <c:pt idx="549">
                  <c:v>0.548000228806773</c:v>
                </c:pt>
                <c:pt idx="550">
                  <c:v>0.549000114403386</c:v>
                </c:pt>
                <c:pt idx="551">
                  <c:v>0.55</c:v>
                </c:pt>
                <c:pt idx="552">
                  <c:v>0.551001029630477</c:v>
                </c:pt>
                <c:pt idx="553">
                  <c:v>0.552000915227091</c:v>
                </c:pt>
                <c:pt idx="554">
                  <c:v>0.553000800823704</c:v>
                </c:pt>
                <c:pt idx="555">
                  <c:v>0.554000686420318</c:v>
                </c:pt>
                <c:pt idx="556">
                  <c:v>0.555000572016932</c:v>
                </c:pt>
                <c:pt idx="557">
                  <c:v>0.556000457613545</c:v>
                </c:pt>
                <c:pt idx="558">
                  <c:v>0.557000343210159</c:v>
                </c:pt>
                <c:pt idx="559">
                  <c:v>0.558000228806773</c:v>
                </c:pt>
                <c:pt idx="560">
                  <c:v>0.559000114403386</c:v>
                </c:pt>
                <c:pt idx="561">
                  <c:v>0.56</c:v>
                </c:pt>
                <c:pt idx="562">
                  <c:v>0.561001029630477</c:v>
                </c:pt>
                <c:pt idx="563">
                  <c:v>0.562000915227091</c:v>
                </c:pt>
                <c:pt idx="564">
                  <c:v>0.563000800823704</c:v>
                </c:pt>
                <c:pt idx="565">
                  <c:v>0.564000686420318</c:v>
                </c:pt>
                <c:pt idx="566">
                  <c:v>0.565000572016932</c:v>
                </c:pt>
                <c:pt idx="567">
                  <c:v>0.566000457613545</c:v>
                </c:pt>
                <c:pt idx="568">
                  <c:v>0.567000343210159</c:v>
                </c:pt>
                <c:pt idx="569">
                  <c:v>0.568000228806773</c:v>
                </c:pt>
                <c:pt idx="570">
                  <c:v>0.569000114403386</c:v>
                </c:pt>
                <c:pt idx="571">
                  <c:v>0.57</c:v>
                </c:pt>
                <c:pt idx="572">
                  <c:v>0.571001029630477</c:v>
                </c:pt>
                <c:pt idx="573">
                  <c:v>0.572000915227091</c:v>
                </c:pt>
                <c:pt idx="574">
                  <c:v>0.573000800823704</c:v>
                </c:pt>
                <c:pt idx="575">
                  <c:v>0.574000686420318</c:v>
                </c:pt>
                <c:pt idx="576">
                  <c:v>0.575000572016932</c:v>
                </c:pt>
                <c:pt idx="577">
                  <c:v>0.576000457613545</c:v>
                </c:pt>
                <c:pt idx="578">
                  <c:v>0.577000343210159</c:v>
                </c:pt>
                <c:pt idx="579">
                  <c:v>0.578000228806773</c:v>
                </c:pt>
                <c:pt idx="580">
                  <c:v>0.579000114403386</c:v>
                </c:pt>
                <c:pt idx="581">
                  <c:v>0.58</c:v>
                </c:pt>
                <c:pt idx="582">
                  <c:v>0.581001029630477</c:v>
                </c:pt>
                <c:pt idx="583">
                  <c:v>0.582000915227091</c:v>
                </c:pt>
                <c:pt idx="584">
                  <c:v>0.583000800823704</c:v>
                </c:pt>
                <c:pt idx="585">
                  <c:v>0.584000686420318</c:v>
                </c:pt>
                <c:pt idx="586">
                  <c:v>0.585000572016932</c:v>
                </c:pt>
                <c:pt idx="587">
                  <c:v>0.586000457613545</c:v>
                </c:pt>
                <c:pt idx="588">
                  <c:v>0.587000343210159</c:v>
                </c:pt>
                <c:pt idx="589">
                  <c:v>0.588000228806773</c:v>
                </c:pt>
                <c:pt idx="590">
                  <c:v>0.589000114403386</c:v>
                </c:pt>
                <c:pt idx="591">
                  <c:v>0.59</c:v>
                </c:pt>
                <c:pt idx="592">
                  <c:v>0.591001029630477</c:v>
                </c:pt>
                <c:pt idx="593">
                  <c:v>0.592000915227091</c:v>
                </c:pt>
                <c:pt idx="594">
                  <c:v>0.593000800823704</c:v>
                </c:pt>
                <c:pt idx="595">
                  <c:v>0.594000686420318</c:v>
                </c:pt>
                <c:pt idx="596">
                  <c:v>0.595000572016932</c:v>
                </c:pt>
                <c:pt idx="597">
                  <c:v>0.596000457613545</c:v>
                </c:pt>
                <c:pt idx="598">
                  <c:v>0.597000343210159</c:v>
                </c:pt>
                <c:pt idx="599">
                  <c:v>0.598000228806773</c:v>
                </c:pt>
                <c:pt idx="600">
                  <c:v>0.599000114403386</c:v>
                </c:pt>
                <c:pt idx="601">
                  <c:v>0.6</c:v>
                </c:pt>
                <c:pt idx="602">
                  <c:v>0.600999885596614</c:v>
                </c:pt>
                <c:pt idx="603">
                  <c:v>0.602000915227091</c:v>
                </c:pt>
                <c:pt idx="604">
                  <c:v>0.603000800823704</c:v>
                </c:pt>
                <c:pt idx="605">
                  <c:v>0.604000686420318</c:v>
                </c:pt>
                <c:pt idx="606">
                  <c:v>0.605000572016932</c:v>
                </c:pt>
                <c:pt idx="607">
                  <c:v>0.606000457613545</c:v>
                </c:pt>
                <c:pt idx="608">
                  <c:v>0.607000343210159</c:v>
                </c:pt>
                <c:pt idx="609">
                  <c:v>0.608000228806773</c:v>
                </c:pt>
                <c:pt idx="610">
                  <c:v>0.609000114403386</c:v>
                </c:pt>
                <c:pt idx="611">
                  <c:v>0.61</c:v>
                </c:pt>
                <c:pt idx="612">
                  <c:v>0.610999885596614</c:v>
                </c:pt>
                <c:pt idx="613">
                  <c:v>0.612000915227091</c:v>
                </c:pt>
                <c:pt idx="614">
                  <c:v>0.613000800823704</c:v>
                </c:pt>
                <c:pt idx="615">
                  <c:v>0.614000686420318</c:v>
                </c:pt>
                <c:pt idx="616">
                  <c:v>0.615000572016932</c:v>
                </c:pt>
                <c:pt idx="617">
                  <c:v>0.616000457613545</c:v>
                </c:pt>
                <c:pt idx="618">
                  <c:v>0.617000343210159</c:v>
                </c:pt>
                <c:pt idx="619">
                  <c:v>0.618000228806773</c:v>
                </c:pt>
                <c:pt idx="620">
                  <c:v>0.619000114403386</c:v>
                </c:pt>
                <c:pt idx="621">
                  <c:v>0.62</c:v>
                </c:pt>
                <c:pt idx="622">
                  <c:v>0.620999885596614</c:v>
                </c:pt>
                <c:pt idx="623">
                  <c:v>0.622000915227091</c:v>
                </c:pt>
                <c:pt idx="624">
                  <c:v>0.623000800823704</c:v>
                </c:pt>
                <c:pt idx="625">
                  <c:v>0.624000686420318</c:v>
                </c:pt>
                <c:pt idx="626">
                  <c:v>0.625000572016932</c:v>
                </c:pt>
                <c:pt idx="627">
                  <c:v>0.626000457613545</c:v>
                </c:pt>
                <c:pt idx="628">
                  <c:v>0.627000343210159</c:v>
                </c:pt>
                <c:pt idx="629">
                  <c:v>0.628000228806773</c:v>
                </c:pt>
                <c:pt idx="630">
                  <c:v>0.629000114403386</c:v>
                </c:pt>
                <c:pt idx="631">
                  <c:v>0.63</c:v>
                </c:pt>
                <c:pt idx="632">
                  <c:v>0.630999885596614</c:v>
                </c:pt>
                <c:pt idx="633">
                  <c:v>0.632000915227091</c:v>
                </c:pt>
                <c:pt idx="634">
                  <c:v>0.633000800823704</c:v>
                </c:pt>
                <c:pt idx="635">
                  <c:v>0.634000686420318</c:v>
                </c:pt>
                <c:pt idx="636">
                  <c:v>0.635000572016932</c:v>
                </c:pt>
                <c:pt idx="637">
                  <c:v>0.636000457613545</c:v>
                </c:pt>
                <c:pt idx="638">
                  <c:v>0.637000343210159</c:v>
                </c:pt>
                <c:pt idx="639">
                  <c:v>0.638000228806773</c:v>
                </c:pt>
                <c:pt idx="640">
                  <c:v>0.639000114403386</c:v>
                </c:pt>
                <c:pt idx="641">
                  <c:v>0.64</c:v>
                </c:pt>
                <c:pt idx="642">
                  <c:v>0.640999885596614</c:v>
                </c:pt>
                <c:pt idx="643">
                  <c:v>0.642000915227091</c:v>
                </c:pt>
                <c:pt idx="644">
                  <c:v>0.643000800823704</c:v>
                </c:pt>
                <c:pt idx="645">
                  <c:v>0.644000686420318</c:v>
                </c:pt>
                <c:pt idx="646">
                  <c:v>0.645000572016932</c:v>
                </c:pt>
                <c:pt idx="647">
                  <c:v>0.646000457613545</c:v>
                </c:pt>
                <c:pt idx="648">
                  <c:v>0.647000343210159</c:v>
                </c:pt>
                <c:pt idx="649">
                  <c:v>0.648000228806773</c:v>
                </c:pt>
                <c:pt idx="650">
                  <c:v>0.649000114403386</c:v>
                </c:pt>
                <c:pt idx="651">
                  <c:v>0.65</c:v>
                </c:pt>
                <c:pt idx="652">
                  <c:v>0.650999885596614</c:v>
                </c:pt>
                <c:pt idx="653">
                  <c:v>0.652000915227091</c:v>
                </c:pt>
                <c:pt idx="654">
                  <c:v>0.653000800823704</c:v>
                </c:pt>
                <c:pt idx="655">
                  <c:v>0.654000686420318</c:v>
                </c:pt>
                <c:pt idx="656">
                  <c:v>0.655000572016932</c:v>
                </c:pt>
                <c:pt idx="657">
                  <c:v>0.656000457613545</c:v>
                </c:pt>
                <c:pt idx="658">
                  <c:v>0.657000343210159</c:v>
                </c:pt>
                <c:pt idx="659">
                  <c:v>0.658000228806773</c:v>
                </c:pt>
                <c:pt idx="660">
                  <c:v>0.659000114403386</c:v>
                </c:pt>
                <c:pt idx="661">
                  <c:v>0.66</c:v>
                </c:pt>
                <c:pt idx="662">
                  <c:v>0.660999885596614</c:v>
                </c:pt>
                <c:pt idx="663">
                  <c:v>0.662000915227091</c:v>
                </c:pt>
                <c:pt idx="664">
                  <c:v>0.663000800823704</c:v>
                </c:pt>
                <c:pt idx="665">
                  <c:v>0.664000686420318</c:v>
                </c:pt>
                <c:pt idx="666">
                  <c:v>0.665000572016932</c:v>
                </c:pt>
                <c:pt idx="667">
                  <c:v>0.666000457613545</c:v>
                </c:pt>
                <c:pt idx="668">
                  <c:v>0.667000343210159</c:v>
                </c:pt>
                <c:pt idx="669">
                  <c:v>0.668000228806773</c:v>
                </c:pt>
                <c:pt idx="670">
                  <c:v>0.669000114403386</c:v>
                </c:pt>
                <c:pt idx="671">
                  <c:v>0.67</c:v>
                </c:pt>
                <c:pt idx="672">
                  <c:v>0.670999885596614</c:v>
                </c:pt>
                <c:pt idx="673">
                  <c:v>0.672000915227091</c:v>
                </c:pt>
                <c:pt idx="674">
                  <c:v>0.673000800823704</c:v>
                </c:pt>
                <c:pt idx="675">
                  <c:v>0.674000686420318</c:v>
                </c:pt>
                <c:pt idx="676">
                  <c:v>0.675000572016932</c:v>
                </c:pt>
                <c:pt idx="677">
                  <c:v>0.676000457613545</c:v>
                </c:pt>
                <c:pt idx="678">
                  <c:v>0.677000343210159</c:v>
                </c:pt>
                <c:pt idx="679">
                  <c:v>0.678000228806773</c:v>
                </c:pt>
                <c:pt idx="680">
                  <c:v>0.679000114403386</c:v>
                </c:pt>
                <c:pt idx="681">
                  <c:v>0.68</c:v>
                </c:pt>
                <c:pt idx="682">
                  <c:v>0.680999885596614</c:v>
                </c:pt>
                <c:pt idx="683">
                  <c:v>0.682000915227091</c:v>
                </c:pt>
                <c:pt idx="684">
                  <c:v>0.683000800823704</c:v>
                </c:pt>
                <c:pt idx="685">
                  <c:v>0.684000686420318</c:v>
                </c:pt>
                <c:pt idx="686">
                  <c:v>0.685000572016932</c:v>
                </c:pt>
                <c:pt idx="687">
                  <c:v>0.686000457613545</c:v>
                </c:pt>
                <c:pt idx="688">
                  <c:v>0.687000343210159</c:v>
                </c:pt>
                <c:pt idx="689">
                  <c:v>0.688000228806773</c:v>
                </c:pt>
                <c:pt idx="690">
                  <c:v>0.689000114403386</c:v>
                </c:pt>
                <c:pt idx="691">
                  <c:v>0.69</c:v>
                </c:pt>
                <c:pt idx="692">
                  <c:v>0.690999885596614</c:v>
                </c:pt>
                <c:pt idx="693">
                  <c:v>0.692000915227091</c:v>
                </c:pt>
                <c:pt idx="694">
                  <c:v>0.693000800823704</c:v>
                </c:pt>
                <c:pt idx="695">
                  <c:v>0.694000686420318</c:v>
                </c:pt>
                <c:pt idx="696">
                  <c:v>0.695000572016932</c:v>
                </c:pt>
                <c:pt idx="697">
                  <c:v>0.696000457613545</c:v>
                </c:pt>
                <c:pt idx="698">
                  <c:v>0.697000343210159</c:v>
                </c:pt>
                <c:pt idx="699">
                  <c:v>0.698000228806773</c:v>
                </c:pt>
                <c:pt idx="700">
                  <c:v>0.699000114403386</c:v>
                </c:pt>
                <c:pt idx="701">
                  <c:v>0.7</c:v>
                </c:pt>
                <c:pt idx="702">
                  <c:v>0.700999885596614</c:v>
                </c:pt>
                <c:pt idx="703">
                  <c:v>0.701999771193227</c:v>
                </c:pt>
                <c:pt idx="704">
                  <c:v>0.703000800823704</c:v>
                </c:pt>
                <c:pt idx="705">
                  <c:v>0.704000686420318</c:v>
                </c:pt>
                <c:pt idx="706">
                  <c:v>0.705000572016932</c:v>
                </c:pt>
                <c:pt idx="707">
                  <c:v>0.706000457613545</c:v>
                </c:pt>
                <c:pt idx="708">
                  <c:v>0.707000343210159</c:v>
                </c:pt>
                <c:pt idx="709">
                  <c:v>0.708000228806773</c:v>
                </c:pt>
                <c:pt idx="710">
                  <c:v>0.709000114403386</c:v>
                </c:pt>
                <c:pt idx="711">
                  <c:v>0.71</c:v>
                </c:pt>
                <c:pt idx="712">
                  <c:v>0.710999885596614</c:v>
                </c:pt>
                <c:pt idx="713">
                  <c:v>0.711999771193227</c:v>
                </c:pt>
                <c:pt idx="714">
                  <c:v>0.713000800823704</c:v>
                </c:pt>
                <c:pt idx="715">
                  <c:v>0.714000686420318</c:v>
                </c:pt>
                <c:pt idx="716">
                  <c:v>0.715000572016932</c:v>
                </c:pt>
                <c:pt idx="717">
                  <c:v>0.716000457613545</c:v>
                </c:pt>
                <c:pt idx="718">
                  <c:v>0.717000343210159</c:v>
                </c:pt>
                <c:pt idx="719">
                  <c:v>0.718000228806773</c:v>
                </c:pt>
                <c:pt idx="720">
                  <c:v>0.719000114403386</c:v>
                </c:pt>
                <c:pt idx="721">
                  <c:v>0.72</c:v>
                </c:pt>
                <c:pt idx="722">
                  <c:v>0.720999885596614</c:v>
                </c:pt>
                <c:pt idx="723">
                  <c:v>0.721999771193227</c:v>
                </c:pt>
                <c:pt idx="724">
                  <c:v>0.723000800823704</c:v>
                </c:pt>
                <c:pt idx="725">
                  <c:v>0.724000686420318</c:v>
                </c:pt>
                <c:pt idx="726">
                  <c:v>0.725000572016932</c:v>
                </c:pt>
                <c:pt idx="727">
                  <c:v>0.726000457613545</c:v>
                </c:pt>
                <c:pt idx="728">
                  <c:v>0.727000343210159</c:v>
                </c:pt>
                <c:pt idx="729">
                  <c:v>0.728000228806773</c:v>
                </c:pt>
                <c:pt idx="730">
                  <c:v>0.729000114403386</c:v>
                </c:pt>
                <c:pt idx="731">
                  <c:v>0.73</c:v>
                </c:pt>
                <c:pt idx="732">
                  <c:v>0.730999885596614</c:v>
                </c:pt>
                <c:pt idx="733">
                  <c:v>0.731999771193227</c:v>
                </c:pt>
                <c:pt idx="734">
                  <c:v>0.733000800823704</c:v>
                </c:pt>
                <c:pt idx="735">
                  <c:v>0.734000686420318</c:v>
                </c:pt>
                <c:pt idx="736">
                  <c:v>0.735000572016932</c:v>
                </c:pt>
                <c:pt idx="737">
                  <c:v>0.736000457613545</c:v>
                </c:pt>
                <c:pt idx="738">
                  <c:v>0.737000343210159</c:v>
                </c:pt>
                <c:pt idx="739">
                  <c:v>0.738000228806773</c:v>
                </c:pt>
                <c:pt idx="740">
                  <c:v>0.739000114403386</c:v>
                </c:pt>
                <c:pt idx="741">
                  <c:v>0.74</c:v>
                </c:pt>
                <c:pt idx="742">
                  <c:v>0.740999885596614</c:v>
                </c:pt>
                <c:pt idx="743">
                  <c:v>0.741999771193227</c:v>
                </c:pt>
                <c:pt idx="744">
                  <c:v>0.743000800823704</c:v>
                </c:pt>
                <c:pt idx="745">
                  <c:v>0.744000686420318</c:v>
                </c:pt>
                <c:pt idx="746">
                  <c:v>0.745000572016932</c:v>
                </c:pt>
                <c:pt idx="747">
                  <c:v>0.746000457613545</c:v>
                </c:pt>
                <c:pt idx="748">
                  <c:v>0.747000343210159</c:v>
                </c:pt>
                <c:pt idx="749">
                  <c:v>0.748000228806773</c:v>
                </c:pt>
                <c:pt idx="750">
                  <c:v>0.749000114403386</c:v>
                </c:pt>
                <c:pt idx="751">
                  <c:v>0.75</c:v>
                </c:pt>
                <c:pt idx="752">
                  <c:v>0.750999885596614</c:v>
                </c:pt>
                <c:pt idx="753">
                  <c:v>0.751999771193227</c:v>
                </c:pt>
                <c:pt idx="754">
                  <c:v>0.753000800823704</c:v>
                </c:pt>
                <c:pt idx="755">
                  <c:v>0.754000686420318</c:v>
                </c:pt>
                <c:pt idx="756">
                  <c:v>0.755000572016932</c:v>
                </c:pt>
                <c:pt idx="757">
                  <c:v>0.756000457613545</c:v>
                </c:pt>
                <c:pt idx="758">
                  <c:v>0.757000343210159</c:v>
                </c:pt>
                <c:pt idx="759">
                  <c:v>0.758000228806773</c:v>
                </c:pt>
                <c:pt idx="760">
                  <c:v>0.759000114403386</c:v>
                </c:pt>
                <c:pt idx="761">
                  <c:v>0.76</c:v>
                </c:pt>
                <c:pt idx="762">
                  <c:v>0.760999885596614</c:v>
                </c:pt>
                <c:pt idx="763">
                  <c:v>0.761999771193227</c:v>
                </c:pt>
                <c:pt idx="764">
                  <c:v>0.763000800823704</c:v>
                </c:pt>
                <c:pt idx="765">
                  <c:v>0.764000686420318</c:v>
                </c:pt>
                <c:pt idx="766">
                  <c:v>0.765000572016932</c:v>
                </c:pt>
                <c:pt idx="767">
                  <c:v>0.766000457613545</c:v>
                </c:pt>
                <c:pt idx="768">
                  <c:v>0.767000343210159</c:v>
                </c:pt>
                <c:pt idx="769">
                  <c:v>0.768000228806773</c:v>
                </c:pt>
                <c:pt idx="770">
                  <c:v>0.769000114403386</c:v>
                </c:pt>
                <c:pt idx="771">
                  <c:v>0.77</c:v>
                </c:pt>
                <c:pt idx="772">
                  <c:v>0.770999885596614</c:v>
                </c:pt>
                <c:pt idx="773">
                  <c:v>0.771999771193227</c:v>
                </c:pt>
                <c:pt idx="774">
                  <c:v>0.773000800823704</c:v>
                </c:pt>
                <c:pt idx="775">
                  <c:v>0.774000686420318</c:v>
                </c:pt>
                <c:pt idx="776">
                  <c:v>0.775000572016932</c:v>
                </c:pt>
                <c:pt idx="777">
                  <c:v>0.776000457613545</c:v>
                </c:pt>
                <c:pt idx="778">
                  <c:v>0.777000343210159</c:v>
                </c:pt>
                <c:pt idx="779">
                  <c:v>0.778000228806773</c:v>
                </c:pt>
                <c:pt idx="780">
                  <c:v>0.779000114403386</c:v>
                </c:pt>
                <c:pt idx="781">
                  <c:v>0.78</c:v>
                </c:pt>
                <c:pt idx="782">
                  <c:v>0.780999885596614</c:v>
                </c:pt>
                <c:pt idx="783">
                  <c:v>0.781999771193227</c:v>
                </c:pt>
                <c:pt idx="784">
                  <c:v>0.783000800823704</c:v>
                </c:pt>
                <c:pt idx="785">
                  <c:v>0.784000686420318</c:v>
                </c:pt>
                <c:pt idx="786">
                  <c:v>0.785000572016932</c:v>
                </c:pt>
                <c:pt idx="787">
                  <c:v>0.786000457613545</c:v>
                </c:pt>
                <c:pt idx="788">
                  <c:v>0.787000343210159</c:v>
                </c:pt>
                <c:pt idx="789">
                  <c:v>0.788000228806773</c:v>
                </c:pt>
                <c:pt idx="790">
                  <c:v>0.789000114403386</c:v>
                </c:pt>
                <c:pt idx="791">
                  <c:v>0.79</c:v>
                </c:pt>
                <c:pt idx="792">
                  <c:v>0.790999885596614</c:v>
                </c:pt>
                <c:pt idx="793">
                  <c:v>0.791999771193227</c:v>
                </c:pt>
                <c:pt idx="794">
                  <c:v>0.793000800823704</c:v>
                </c:pt>
                <c:pt idx="795">
                  <c:v>0.794000686420318</c:v>
                </c:pt>
                <c:pt idx="796">
                  <c:v>0.795000572016932</c:v>
                </c:pt>
                <c:pt idx="797">
                  <c:v>0.796000457613545</c:v>
                </c:pt>
                <c:pt idx="798">
                  <c:v>0.797000343210159</c:v>
                </c:pt>
                <c:pt idx="799">
                  <c:v>0.798000228806773</c:v>
                </c:pt>
                <c:pt idx="800">
                  <c:v>0.799000114403386</c:v>
                </c:pt>
                <c:pt idx="801">
                  <c:v>0.8</c:v>
                </c:pt>
                <c:pt idx="802">
                  <c:v>0.800999885596614</c:v>
                </c:pt>
                <c:pt idx="803">
                  <c:v>0.801999771193227</c:v>
                </c:pt>
                <c:pt idx="804">
                  <c:v>0.802999656789841</c:v>
                </c:pt>
                <c:pt idx="805">
                  <c:v>0.804000686420318</c:v>
                </c:pt>
                <c:pt idx="806">
                  <c:v>0.805000572016932</c:v>
                </c:pt>
                <c:pt idx="807">
                  <c:v>0.806000457613545</c:v>
                </c:pt>
                <c:pt idx="808">
                  <c:v>0.807000343210159</c:v>
                </c:pt>
                <c:pt idx="809">
                  <c:v>0.808000228806773</c:v>
                </c:pt>
                <c:pt idx="810">
                  <c:v>0.809000114403386</c:v>
                </c:pt>
                <c:pt idx="811">
                  <c:v>0.81</c:v>
                </c:pt>
                <c:pt idx="812">
                  <c:v>0.810999885596614</c:v>
                </c:pt>
                <c:pt idx="813">
                  <c:v>0.811999771193227</c:v>
                </c:pt>
                <c:pt idx="814">
                  <c:v>0.812999656789841</c:v>
                </c:pt>
                <c:pt idx="815">
                  <c:v>0.814000686420318</c:v>
                </c:pt>
                <c:pt idx="816">
                  <c:v>0.815000572016932</c:v>
                </c:pt>
                <c:pt idx="817">
                  <c:v>0.816000457613545</c:v>
                </c:pt>
                <c:pt idx="818">
                  <c:v>0.817000343210159</c:v>
                </c:pt>
                <c:pt idx="819">
                  <c:v>0.818000228806773</c:v>
                </c:pt>
                <c:pt idx="820">
                  <c:v>0.819000114403386</c:v>
                </c:pt>
                <c:pt idx="821">
                  <c:v>0.82</c:v>
                </c:pt>
                <c:pt idx="822">
                  <c:v>0.820999885596614</c:v>
                </c:pt>
                <c:pt idx="823">
                  <c:v>0.821999771193227</c:v>
                </c:pt>
                <c:pt idx="824">
                  <c:v>0.822999656789841</c:v>
                </c:pt>
                <c:pt idx="825">
                  <c:v>0.824000686420318</c:v>
                </c:pt>
                <c:pt idx="826">
                  <c:v>0.825000572016932</c:v>
                </c:pt>
                <c:pt idx="827">
                  <c:v>0.826000457613545</c:v>
                </c:pt>
                <c:pt idx="828">
                  <c:v>0.827000343210159</c:v>
                </c:pt>
                <c:pt idx="829">
                  <c:v>0.828000228806773</c:v>
                </c:pt>
                <c:pt idx="830">
                  <c:v>0.829000114403386</c:v>
                </c:pt>
                <c:pt idx="831">
                  <c:v>0.83</c:v>
                </c:pt>
                <c:pt idx="832">
                  <c:v>0.830999885596614</c:v>
                </c:pt>
                <c:pt idx="833">
                  <c:v>0.831999771193227</c:v>
                </c:pt>
                <c:pt idx="834">
                  <c:v>0.832999656789841</c:v>
                </c:pt>
                <c:pt idx="835">
                  <c:v>0.834000686420318</c:v>
                </c:pt>
                <c:pt idx="836">
                  <c:v>0.835000572016932</c:v>
                </c:pt>
                <c:pt idx="837">
                  <c:v>0.836000457613545</c:v>
                </c:pt>
                <c:pt idx="838">
                  <c:v>0.837000343210159</c:v>
                </c:pt>
                <c:pt idx="839">
                  <c:v>0.838000228806773</c:v>
                </c:pt>
                <c:pt idx="840">
                  <c:v>0.839000114403386</c:v>
                </c:pt>
                <c:pt idx="841">
                  <c:v>0.84</c:v>
                </c:pt>
                <c:pt idx="842">
                  <c:v>0.840999885596614</c:v>
                </c:pt>
                <c:pt idx="843">
                  <c:v>0.841999771193227</c:v>
                </c:pt>
                <c:pt idx="844">
                  <c:v>0.842999656789841</c:v>
                </c:pt>
                <c:pt idx="845">
                  <c:v>0.844000686420318</c:v>
                </c:pt>
                <c:pt idx="846">
                  <c:v>0.845000572016932</c:v>
                </c:pt>
                <c:pt idx="847">
                  <c:v>0.846000457613545</c:v>
                </c:pt>
                <c:pt idx="848">
                  <c:v>0.847000343210159</c:v>
                </c:pt>
                <c:pt idx="849">
                  <c:v>0.848000228806773</c:v>
                </c:pt>
                <c:pt idx="850">
                  <c:v>0.849000114403386</c:v>
                </c:pt>
                <c:pt idx="851">
                  <c:v>0.85</c:v>
                </c:pt>
                <c:pt idx="852">
                  <c:v>0.850999885596614</c:v>
                </c:pt>
                <c:pt idx="853">
                  <c:v>0.851999771193227</c:v>
                </c:pt>
                <c:pt idx="854">
                  <c:v>0.852999656789841</c:v>
                </c:pt>
                <c:pt idx="855">
                  <c:v>0.854000686420318</c:v>
                </c:pt>
                <c:pt idx="856">
                  <c:v>0.855000572016932</c:v>
                </c:pt>
                <c:pt idx="857">
                  <c:v>0.856000457613545</c:v>
                </c:pt>
                <c:pt idx="858">
                  <c:v>0.857000343210159</c:v>
                </c:pt>
                <c:pt idx="859">
                  <c:v>0.858000228806773</c:v>
                </c:pt>
                <c:pt idx="860">
                  <c:v>0.859000114403386</c:v>
                </c:pt>
                <c:pt idx="861">
                  <c:v>0.86</c:v>
                </c:pt>
                <c:pt idx="862">
                  <c:v>0.860999885596614</c:v>
                </c:pt>
                <c:pt idx="863">
                  <c:v>0.861999771193227</c:v>
                </c:pt>
                <c:pt idx="864">
                  <c:v>0.862999656789841</c:v>
                </c:pt>
                <c:pt idx="865">
                  <c:v>0.864000686420318</c:v>
                </c:pt>
                <c:pt idx="866">
                  <c:v>0.865000572016932</c:v>
                </c:pt>
                <c:pt idx="867">
                  <c:v>0.866000457613545</c:v>
                </c:pt>
                <c:pt idx="868">
                  <c:v>0.867000343210159</c:v>
                </c:pt>
                <c:pt idx="869">
                  <c:v>0.868000228806773</c:v>
                </c:pt>
                <c:pt idx="870">
                  <c:v>0.869000114403386</c:v>
                </c:pt>
                <c:pt idx="871">
                  <c:v>0.87</c:v>
                </c:pt>
                <c:pt idx="872">
                  <c:v>0.870999885596614</c:v>
                </c:pt>
                <c:pt idx="873">
                  <c:v>0.871999771193227</c:v>
                </c:pt>
                <c:pt idx="874">
                  <c:v>0.872999656789841</c:v>
                </c:pt>
                <c:pt idx="875">
                  <c:v>0.874000686420318</c:v>
                </c:pt>
                <c:pt idx="876">
                  <c:v>0.875000572016932</c:v>
                </c:pt>
                <c:pt idx="877">
                  <c:v>0.876000457613545</c:v>
                </c:pt>
                <c:pt idx="878">
                  <c:v>0.877000343210159</c:v>
                </c:pt>
                <c:pt idx="879">
                  <c:v>0.878000228806773</c:v>
                </c:pt>
                <c:pt idx="880">
                  <c:v>0.879000114403386</c:v>
                </c:pt>
                <c:pt idx="881">
                  <c:v>0.88</c:v>
                </c:pt>
                <c:pt idx="882">
                  <c:v>0.880999885596614</c:v>
                </c:pt>
                <c:pt idx="883">
                  <c:v>0.881999771193227</c:v>
                </c:pt>
                <c:pt idx="884">
                  <c:v>0.882999656789841</c:v>
                </c:pt>
                <c:pt idx="885">
                  <c:v>0.884000686420318</c:v>
                </c:pt>
                <c:pt idx="886">
                  <c:v>0.885000572016932</c:v>
                </c:pt>
                <c:pt idx="887">
                  <c:v>0.886000457613545</c:v>
                </c:pt>
                <c:pt idx="888">
                  <c:v>0.887000343210159</c:v>
                </c:pt>
                <c:pt idx="889">
                  <c:v>0.888000228806773</c:v>
                </c:pt>
                <c:pt idx="890">
                  <c:v>0.889000114403386</c:v>
                </c:pt>
                <c:pt idx="891">
                  <c:v>0.89</c:v>
                </c:pt>
                <c:pt idx="892">
                  <c:v>0.890999885596614</c:v>
                </c:pt>
                <c:pt idx="893">
                  <c:v>0.891999771193227</c:v>
                </c:pt>
                <c:pt idx="894">
                  <c:v>0.892999656789841</c:v>
                </c:pt>
                <c:pt idx="895">
                  <c:v>0.894000686420318</c:v>
                </c:pt>
                <c:pt idx="896">
                  <c:v>0.895000572016932</c:v>
                </c:pt>
                <c:pt idx="897">
                  <c:v>0.896000457613545</c:v>
                </c:pt>
                <c:pt idx="898">
                  <c:v>0.897000343210159</c:v>
                </c:pt>
                <c:pt idx="899">
                  <c:v>0.898000228806773</c:v>
                </c:pt>
                <c:pt idx="900">
                  <c:v>0.899000114403386</c:v>
                </c:pt>
                <c:pt idx="901">
                  <c:v>0.9</c:v>
                </c:pt>
                <c:pt idx="902">
                  <c:v>0.900999885596614</c:v>
                </c:pt>
                <c:pt idx="903">
                  <c:v>0.901999771193227</c:v>
                </c:pt>
                <c:pt idx="904">
                  <c:v>0.902999656789841</c:v>
                </c:pt>
                <c:pt idx="905">
                  <c:v>0.903999542386455</c:v>
                </c:pt>
                <c:pt idx="906">
                  <c:v>0.905000572016932</c:v>
                </c:pt>
                <c:pt idx="907">
                  <c:v>0.906000457613545</c:v>
                </c:pt>
                <c:pt idx="908">
                  <c:v>0.907000343210159</c:v>
                </c:pt>
                <c:pt idx="909">
                  <c:v>0.908000228806773</c:v>
                </c:pt>
                <c:pt idx="910">
                  <c:v>0.909000114403386</c:v>
                </c:pt>
                <c:pt idx="911">
                  <c:v>0.91</c:v>
                </c:pt>
                <c:pt idx="912">
                  <c:v>0.910999885596614</c:v>
                </c:pt>
                <c:pt idx="913">
                  <c:v>0.911999771193227</c:v>
                </c:pt>
                <c:pt idx="914">
                  <c:v>0.912999656789841</c:v>
                </c:pt>
                <c:pt idx="915">
                  <c:v>0.913999542386455</c:v>
                </c:pt>
                <c:pt idx="916">
                  <c:v>0.915000572016932</c:v>
                </c:pt>
                <c:pt idx="917">
                  <c:v>0.916000457613545</c:v>
                </c:pt>
                <c:pt idx="918">
                  <c:v>0.917000343210159</c:v>
                </c:pt>
                <c:pt idx="919">
                  <c:v>0.918000228806773</c:v>
                </c:pt>
                <c:pt idx="920">
                  <c:v>0.919000114403386</c:v>
                </c:pt>
                <c:pt idx="921">
                  <c:v>0.92</c:v>
                </c:pt>
                <c:pt idx="922">
                  <c:v>0.920999885596614</c:v>
                </c:pt>
                <c:pt idx="923">
                  <c:v>0.921999771193227</c:v>
                </c:pt>
                <c:pt idx="924">
                  <c:v>0.922999656789841</c:v>
                </c:pt>
                <c:pt idx="925">
                  <c:v>0.923999542386455</c:v>
                </c:pt>
                <c:pt idx="926">
                  <c:v>0.925000572016932</c:v>
                </c:pt>
                <c:pt idx="927">
                  <c:v>0.926000457613545</c:v>
                </c:pt>
                <c:pt idx="928">
                  <c:v>0.927000343210159</c:v>
                </c:pt>
                <c:pt idx="929">
                  <c:v>0.928000228806773</c:v>
                </c:pt>
                <c:pt idx="930">
                  <c:v>0.929000114403386</c:v>
                </c:pt>
                <c:pt idx="931">
                  <c:v>0.93</c:v>
                </c:pt>
                <c:pt idx="932">
                  <c:v>0.930999885596614</c:v>
                </c:pt>
                <c:pt idx="933">
                  <c:v>0.931999771193227</c:v>
                </c:pt>
                <c:pt idx="934">
                  <c:v>0.932999656789841</c:v>
                </c:pt>
                <c:pt idx="935">
                  <c:v>0.933999542386455</c:v>
                </c:pt>
                <c:pt idx="936">
                  <c:v>0.935000572016932</c:v>
                </c:pt>
                <c:pt idx="937">
                  <c:v>0.936000457613545</c:v>
                </c:pt>
                <c:pt idx="938">
                  <c:v>0.937000343210159</c:v>
                </c:pt>
                <c:pt idx="939">
                  <c:v>0.938000228806773</c:v>
                </c:pt>
                <c:pt idx="940">
                  <c:v>0.939000114403386</c:v>
                </c:pt>
                <c:pt idx="941">
                  <c:v>0.94</c:v>
                </c:pt>
                <c:pt idx="942">
                  <c:v>0.940999885596614</c:v>
                </c:pt>
                <c:pt idx="943">
                  <c:v>0.941999771193227</c:v>
                </c:pt>
                <c:pt idx="944">
                  <c:v>0.942999656789841</c:v>
                </c:pt>
                <c:pt idx="945">
                  <c:v>0.943999542386455</c:v>
                </c:pt>
                <c:pt idx="946">
                  <c:v>0.945000572016932</c:v>
                </c:pt>
                <c:pt idx="947">
                  <c:v>0.946000457613545</c:v>
                </c:pt>
                <c:pt idx="948">
                  <c:v>0.947000343210159</c:v>
                </c:pt>
                <c:pt idx="949">
                  <c:v>0.948000228806773</c:v>
                </c:pt>
                <c:pt idx="950">
                  <c:v>0.949000114403386</c:v>
                </c:pt>
                <c:pt idx="951">
                  <c:v>0.95</c:v>
                </c:pt>
                <c:pt idx="952">
                  <c:v>0.950999885596614</c:v>
                </c:pt>
                <c:pt idx="953">
                  <c:v>0.951999771193227</c:v>
                </c:pt>
                <c:pt idx="954">
                  <c:v>0.952999656789841</c:v>
                </c:pt>
                <c:pt idx="955">
                  <c:v>0.953999542386455</c:v>
                </c:pt>
                <c:pt idx="956">
                  <c:v>0.955000572016932</c:v>
                </c:pt>
                <c:pt idx="957">
                  <c:v>0.956000457613545</c:v>
                </c:pt>
                <c:pt idx="958">
                  <c:v>0.957000343210159</c:v>
                </c:pt>
                <c:pt idx="959">
                  <c:v>0.958000228806773</c:v>
                </c:pt>
                <c:pt idx="960">
                  <c:v>0.959000114403386</c:v>
                </c:pt>
                <c:pt idx="961">
                  <c:v>0.96</c:v>
                </c:pt>
                <c:pt idx="962">
                  <c:v>0.960999885596614</c:v>
                </c:pt>
                <c:pt idx="963">
                  <c:v>0.961999771193227</c:v>
                </c:pt>
                <c:pt idx="964">
                  <c:v>0.962999656789841</c:v>
                </c:pt>
                <c:pt idx="965">
                  <c:v>0.963999542386455</c:v>
                </c:pt>
                <c:pt idx="966">
                  <c:v>0.965000572016932</c:v>
                </c:pt>
                <c:pt idx="967">
                  <c:v>0.966000457613545</c:v>
                </c:pt>
                <c:pt idx="968">
                  <c:v>0.967000343210159</c:v>
                </c:pt>
                <c:pt idx="969">
                  <c:v>0.968000228806773</c:v>
                </c:pt>
                <c:pt idx="970">
                  <c:v>0.969000114403386</c:v>
                </c:pt>
                <c:pt idx="971">
                  <c:v>0.97</c:v>
                </c:pt>
                <c:pt idx="972">
                  <c:v>0.970999885596614</c:v>
                </c:pt>
                <c:pt idx="973">
                  <c:v>0.971999771193227</c:v>
                </c:pt>
                <c:pt idx="974">
                  <c:v>0.972999656789841</c:v>
                </c:pt>
                <c:pt idx="975">
                  <c:v>0.973999542386455</c:v>
                </c:pt>
                <c:pt idx="976">
                  <c:v>0.975000572016932</c:v>
                </c:pt>
                <c:pt idx="977">
                  <c:v>0.976000457613545</c:v>
                </c:pt>
                <c:pt idx="978">
                  <c:v>0.977000343210159</c:v>
                </c:pt>
                <c:pt idx="979">
                  <c:v>0.978000228806773</c:v>
                </c:pt>
                <c:pt idx="980">
                  <c:v>0.979000114403386</c:v>
                </c:pt>
                <c:pt idx="981">
                  <c:v>0.98</c:v>
                </c:pt>
                <c:pt idx="982">
                  <c:v>0.980999885596614</c:v>
                </c:pt>
                <c:pt idx="983">
                  <c:v>0.981999771193227</c:v>
                </c:pt>
                <c:pt idx="984">
                  <c:v>0.982999656789841</c:v>
                </c:pt>
                <c:pt idx="985">
                  <c:v>0.983999542386455</c:v>
                </c:pt>
                <c:pt idx="986">
                  <c:v>0.985000572016932</c:v>
                </c:pt>
                <c:pt idx="987">
                  <c:v>0.986000457613545</c:v>
                </c:pt>
                <c:pt idx="988">
                  <c:v>0.987000343210159</c:v>
                </c:pt>
                <c:pt idx="989">
                  <c:v>0.988000228806773</c:v>
                </c:pt>
                <c:pt idx="990">
                  <c:v>0.989000114403386</c:v>
                </c:pt>
                <c:pt idx="991">
                  <c:v>0.99</c:v>
                </c:pt>
                <c:pt idx="992">
                  <c:v>0.990999885596614</c:v>
                </c:pt>
                <c:pt idx="993">
                  <c:v>0.991999771193227</c:v>
                </c:pt>
                <c:pt idx="994">
                  <c:v>0.992999656789841</c:v>
                </c:pt>
                <c:pt idx="995">
                  <c:v>0.993999542386455</c:v>
                </c:pt>
                <c:pt idx="996">
                  <c:v>0.995000572016932</c:v>
                </c:pt>
                <c:pt idx="997">
                  <c:v>0.996000457613545</c:v>
                </c:pt>
                <c:pt idx="998">
                  <c:v>0.997000343210159</c:v>
                </c:pt>
                <c:pt idx="999">
                  <c:v>0.998000228806773</c:v>
                </c:pt>
                <c:pt idx="1000">
                  <c:v>0.999000114403386</c:v>
                </c:pt>
                <c:pt idx="1001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algun Gothic"/>
                    <a:ea typeface="Malgun Gothic"/>
                    <a:cs typeface="Malgun Gothic"/>
                  </a:rPr>
                  <a:t>F(c) = P(C ≤ c)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3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algun Gothic"/>
                    <a:ea typeface="Malgun Gothic"/>
                    <a:cs typeface="Malgun Gothic"/>
                  </a:rPr>
                  <a:t>Shannon capacity (Mbps)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42D42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11F99-1586-484A-ADE4-1876618B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캠퍼스 통신 시뮬레이션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29096-65A7-441C-8A33-7A4FA11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6EA2A-5218-47AE-AC28-23BABF54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3B57F-998A-4C32-BA9A-8323E44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3.5 GHz와 28 GHz 비교</a:t>
            </a:r>
          </a:p>
          <a:p xmlns:a="http://schemas.openxmlformats.org/drawingml/2006/main">
            <a:pPr>
              <a:def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추가 기지국 두 곳의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F3C37-DCFA-42BC-9E2D-EFA6AD37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4인 조 실행 패키지와 계산 검증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B143A-8B95-4AC4-96DB-73A864BE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수정 코드 · 좌표 조사 양식 · 후보 탐색 · 발표 구성</a:t>
            </a:r>
          </a:p>
          <a:p xmlns:a="http://schemas.openxmlformats.org/drawingml/2006/main">
            <a:pPr>
              <a:def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세종대 실험 결과는 실제 좌표 입력 후 생성</a:t>
            </a:r>
          </a:p>
        </p:txBody>
      </p:sp>
    </p:spTree>
    <p:extLst>
      <p:ext uri="{BB962C8B-B14F-4D97-AF65-F5344CB8AC3E}">
        <p14:creationId xmlns:p14="http://schemas.microsoft.com/office/powerpoint/2010/main" val="2121223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52D58-A612-4E71-A6C6-4485D37D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캠퍼스 조사와 팀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C6A1C-8702-4CAF-8E09-91E192CB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07597-C724-4C8D-8A93-BD967EE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1AF42-9B07-4D47-8D6D-F10DBE486B1E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29125"/>
                <a:gridCol w="387667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인계 자료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MATLAB 경험자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구현과 통합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코드와 실행 조건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지도 담당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세종대 건물·기지국·후보 조사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좌표 CSV와 출처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분석 담당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수치 검증과 결과 비교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통계표와 그래프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조장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 확정과 발표 통합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 선정 근거와 PPT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2DF55-2AE5-4CFD-9DF9-D7C2228E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지도와 기지국 출처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2AA76-2136-47D3-9AF9-C23A8506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세종대 공식 캠퍼스맵과 전파누리 4G 무선국 목록</a:t>
            </a:r>
          </a:p>
          <a:p xmlns:a="http://schemas.openxmlformats.org/drawingml/2006/main">
            <a:pPr>
              <a:def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동일 사업자를 확인하고 원점·축척·조사 날짜를 기록</a:t>
            </a:r>
          </a:p>
        </p:txBody>
      </p:sp>
    </p:spTree>
    <p:extLst>
      <p:ext uri="{BB962C8B-B14F-4D97-AF65-F5344CB8AC3E}">
        <p14:creationId xmlns:p14="http://schemas.microsoft.com/office/powerpoint/2010/main" val="392372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FB4F7-4C4E-4E97-B01A-0FAB370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모델과 공정한 비교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62F33-2D45-4FD6-86FC-63826064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2B882-1623-4850-98BB-737E47F9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C48EB-6568-4980-8D87-DA7E23269A44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조건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채널과 높이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UMa, 기지국 25 m / 단말 1.5 m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송신과 잡음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 dBm / 섹터, NF 7 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안테나와 실내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3섹터 수평 소자 패턴, low-loss O2I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표본과 난수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2.5 m 격자, 20회 시행, 조건별 공통 난수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조건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3.5/100, 28/100, 28/800 (GHz/MHz)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EB3E4-42E5-45CE-8D82-CAEDD178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SINR = S / (I + N)     C = B log₂(1 + SINR)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3EDBC-0D5E-4AE6-8695-FA3E7F4D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CDF는 위치×시행 전체 표본, 지도는 위치별 시행 중앙값</a:t>
            </a:r>
          </a:p>
        </p:txBody>
      </p:sp>
    </p:spTree>
    <p:extLst>
      <p:ext uri="{BB962C8B-B14F-4D97-AF65-F5344CB8AC3E}">
        <p14:creationId xmlns:p14="http://schemas.microsoft.com/office/powerpoint/2010/main" val="1923820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75E82-9B65-4CDD-8209-40729AA8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수식과 단위 오류 수정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67B91-02E8-4C56-B24C-FFCF769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276D5-BAA4-4A00-90FC-3E2DCAE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E113B-8866-4DD0-B54F-013EDF311042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문제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수정과 확인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잡음 −174×1000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−174 + 10log₁₀(BHz) + NF, 총전력 통일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GHz 항에 Hz 대입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경로손실 GHz / breakpoint Hz 분리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실내 손실 괄호·적용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재료 항을 로그 안에 합산, 외부 간섭에도 적용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표본·하위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좌표 중복 제거, 5백분위와 하위 5% 평균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지도 색과 섹터 각도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SINR dB 범례, 각도 ±180°로 정리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10EE1-1BBD-406E-BF26-24DC61C4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수치 검증: −87 dBm / −77.97 dBm, SINR=1이면 100 Mbps</a:t>
            </a:r>
          </a:p>
        </p:txBody>
      </p:sp>
    </p:spTree>
    <p:extLst>
      <p:ext uri="{BB962C8B-B14F-4D97-AF65-F5344CB8AC3E}">
        <p14:creationId xmlns:p14="http://schemas.microsoft.com/office/powerpoint/2010/main" val="1295731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3412A-F0C0-42B2-B2D8-84F60ED0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동일 대역폭에서 주파수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EAF04-2E79-405E-AA8F-5616BC79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B4F5F-396D-4F8E-8333-6B56322C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8DF80-57B7-4FD1-9A55-A9145541E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af22a6e9c482e"/>
          <a:stretch xmlns:a="http://schemas.openxmlformats.org/drawingml/2006/main"/>
        </p:blipFill>
        <p:spPr>
          <a:xfrm xmlns:a="http://schemas.openxmlformats.org/drawingml/2006/main">
            <a:off x="1721859" y="1362075"/>
            <a:ext cx="8748282" cy="426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9EF06-B399-4626-A244-36B182AD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전체 SINR 중앙값   3.5 GHz 7.15 dB   /   28 GHz 6.02 dB</a:t>
            </a:r>
          </a:p>
        </p:txBody>
      </p:sp>
    </p:spTree>
    <p:extLst>
      <p:ext uri="{BB962C8B-B14F-4D97-AF65-F5344CB8AC3E}">
        <p14:creationId xmlns:p14="http://schemas.microsoft.com/office/powerpoint/2010/main" val="1915419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BCE72-13DB-4615-8EE6-7C1506E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대역폭 비교와 Capacity CDF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44E5C-EAF6-40E9-B7C4-7095661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73DE6-AB38-4F1D-A1E8-D2E797D9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B9800B0-CE44-435A-83DF-98C7D4B37DB5}"/>
              </a:ext>
            </a:extLst>
          </p:cNvPr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6858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1347c088224347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47A12-C263-4055-85AE-3F0E8BD857B7}"/>
              </a:ext>
            </a:extLst>
          </p:cNvPr>
          <p:cNvGraphicFramePr/>
          <p:nvPr/>
        </p:nvGraphicFramePr>
        <p:xfrm>
          <a:off xmlns:a="http://schemas.openxmlformats.org/drawingml/2006/main" x="7639050" y="1905000"/>
          <a:ext xmlns:a="http://schemas.openxmlformats.org/drawingml/2006/main" cx="394335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238250"/>
                <a:gridCol w="1238250"/>
              </a:tblGrid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Mbps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 GHz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 GHz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5백분위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32.21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32.78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263.02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1511.54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실내</a:t>
                      </a:r>
                    </a:p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5백분위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40.66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4.16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4477C-34AB-49B9-8BF5-EA6892B5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790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100 MHz 대 800 MHz</a:t>
            </a:r>
          </a:p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총 잡음전력 +9.03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FD182-E608-463A-9BE8-5C654BF1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아래 5%와 중앙값을 함께 비교</a:t>
            </a:r>
          </a:p>
        </p:txBody>
      </p:sp>
    </p:spTree>
    <p:extLst>
      <p:ext uri="{BB962C8B-B14F-4D97-AF65-F5344CB8AC3E}">
        <p14:creationId xmlns:p14="http://schemas.microsoft.com/office/powerpoint/2010/main" val="1913467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4018D-5FA8-4F49-BCB0-AEFFEED6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추가 기지국 두 곳의 후보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989B6-C995-4AF6-A130-3A529FD3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09B5E-D63C-4339-8A24-51BEEAC2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86413-1B5D-4060-8C2C-EF12B69475EE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438525"/>
                <a:gridCol w="3438525"/>
              </a:tblGrid>
              <a:tr h="515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조합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5백분위 Mbps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 Mbps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C7 + C8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70.19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1591.24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C2 + 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69.36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1586.73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C5 + C8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68.72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1574.31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C4 + 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68.47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1576.29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C3 + C8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67.47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1560.20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6F2FD-3E68-441D-B1CF-AF42090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선정 좌표   C7 (22.5, 445) m   /   C8 (220, 497.5)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4A23B-588C-496D-BA6E-184ECE32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28개 조합 중 전체 5백분위 최대, 동률은 중앙값·평균 순</a:t>
            </a:r>
          </a:p>
          <a:p xmlns:a="http://schemas.openxmlformats.org/drawingml/2006/main">
            <a: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예제 후보는 약한 실외 지점에서 자동 생성, 실제 후보는 지도 검토 필요</a:t>
            </a:r>
          </a:p>
        </p:txBody>
      </p:sp>
    </p:spTree>
    <p:extLst>
      <p:ext uri="{BB962C8B-B14F-4D97-AF65-F5344CB8AC3E}">
        <p14:creationId xmlns:p14="http://schemas.microsoft.com/office/powerpoint/2010/main" val="447960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00798-D712-48B9-964C-9F333FCB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별도 난수로 추가 전후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F24C1-B4D0-46FF-BFD5-AD5CAC2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552CF-BEBC-45BB-A87D-779454C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F8D60-84FE-4161-A827-153C2E2F55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71df1b3b24aaf"/>
          <a:stretch xmlns:a="http://schemas.openxmlformats.org/drawingml/2006/main"/>
        </p:blipFill>
        <p:spPr>
          <a:xfrm xmlns:a="http://schemas.openxmlformats.org/drawingml/2006/main">
            <a:off x="2249099" y="1343025"/>
            <a:ext cx="7693801" cy="37528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CE3D8-ADFC-4213-A901-C126CDE4A81F}"/>
              </a:ext>
            </a:extLst>
          </p:cNvPr>
          <p:cNvGraphicFramePr/>
          <p:nvPr/>
        </p:nvGraphicFramePr>
        <p:xfrm>
          <a:off xmlns:a="http://schemas.openxmlformats.org/drawingml/2006/main" x="609600" y="5067300"/>
          <a:ext xmlns:a="http://schemas.openxmlformats.org/drawingml/2006/main" cx="6953250" cy="1133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47875"/>
                <a:gridCol w="2047875"/>
              </a:tblGrid>
              <a:tr h="377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 GHz / 800 MHz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전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후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5백분위 Mbps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32.78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70.39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 Mbps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1511.54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1589.30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CA6C4-257D-4F0D-8FBC-212BD6A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72075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5백분위 변화 +114.8%</a:t>
            </a:r>
          </a:p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SINR 악화 위치 88.79%</a:t>
            </a:r>
          </a:p>
        </p:txBody>
      </p:sp>
    </p:spTree>
    <p:extLst>
      <p:ext uri="{BB962C8B-B14F-4D97-AF65-F5344CB8AC3E}">
        <p14:creationId xmlns:p14="http://schemas.microsoft.com/office/powerpoint/2010/main" val="1845060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49C93-76BF-47D0-A0E1-5139659C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결론과 다음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8ED2C-06E1-4449-8F8E-11B08137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BAB65-6720-4E82-8202-7FC98A2E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92835-02F0-40AB-9673-134969B7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구현과 검증을 마친 내용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9A538-0DF8-4DF8-97BB-6417A7DF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수식·단위 수정과 재현 가능한 세 조건 비교</a:t>
            </a:r>
          </a:p>
          <a:p xmlns:a="http://schemas.openxmlformats.org/drawingml/2006/main">
            <a: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후보 28쌍 탐색과 독립 난수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60EBF-EAE6-4726-83F5-21C07501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조에서 다음으로 할 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955C1-34A4-4B4D-BE4F-3F392DCB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세종대 건물과 동일 사업자 4G 위치 조사</a:t>
            </a:r>
          </a:p>
          <a:p xmlns:a="http://schemas.openxmlformats.org/drawingml/2006/main">
            <a:pPr>
              <a:def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후보 8곳 검토 후 재실행하고 실제 결과로 발표 교체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4FB1-0ECE-490F-82D9-CA79D6C9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모델 한계: 독립 shadow fading, 수평 안테나, 지형·스케줄링 생략</a:t>
            </a:r>
          </a:p>
          <a:p xmlns:a="http://schemas.openxmlformats.org/drawingml/2006/main">
            <a:pPr>
              <a:def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용량은 단일 스트림 Shannon 전송률이며 실제 다운로드 속도와 구분</a:t>
            </a:r>
          </a:p>
        </p:txBody>
      </p:sp>
    </p:spTree>
    <p:extLst>
      <p:ext uri="{BB962C8B-B14F-4D97-AF65-F5344CB8AC3E}">
        <p14:creationId xmlns:p14="http://schemas.microsoft.com/office/powerpoint/2010/main" val="789170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2026-10-06T06:35:48.5140000Z</dcterms:created>
  <dcterms:modified xsi:type="dcterms:W3CDTF">2026-10-06T06:35:48.5140000Z</dcterms:modified>
</coreProperties>
</file>